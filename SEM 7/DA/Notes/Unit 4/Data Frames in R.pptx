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1E84000-C4D1-41BD-9CA6-CA8028F83E8C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4704661-0FD0-4E8C-B5A3-85A361844F1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517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4000-C4D1-41BD-9CA6-CA8028F83E8C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4661-0FD0-4E8C-B5A3-85A361844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931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4000-C4D1-41BD-9CA6-CA8028F83E8C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4661-0FD0-4E8C-B5A3-85A361844F10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3337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4000-C4D1-41BD-9CA6-CA8028F83E8C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4661-0FD0-4E8C-B5A3-85A361844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594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4000-C4D1-41BD-9CA6-CA8028F83E8C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4661-0FD0-4E8C-B5A3-85A361844F10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046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4000-C4D1-41BD-9CA6-CA8028F83E8C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4661-0FD0-4E8C-B5A3-85A361844F1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774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4000-C4D1-41BD-9CA6-CA8028F83E8C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4661-0FD0-4E8C-B5A3-85A361844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00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4000-C4D1-41BD-9CA6-CA8028F83E8C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4661-0FD0-4E8C-B5A3-85A361844F10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7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4000-C4D1-41BD-9CA6-CA8028F83E8C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4661-0FD0-4E8C-B5A3-85A361844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973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4000-C4D1-41BD-9CA6-CA8028F83E8C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4661-0FD0-4E8C-B5A3-85A361844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818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4000-C4D1-41BD-9CA6-CA8028F83E8C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4661-0FD0-4E8C-B5A3-85A361844F1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393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4000-C4D1-41BD-9CA6-CA8028F83E8C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4661-0FD0-4E8C-B5A3-85A361844F1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229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4000-C4D1-41BD-9CA6-CA8028F83E8C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4661-0FD0-4E8C-B5A3-85A361844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233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4000-C4D1-41BD-9CA6-CA8028F83E8C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4661-0FD0-4E8C-B5A3-85A361844F1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856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4000-C4D1-41BD-9CA6-CA8028F83E8C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4661-0FD0-4E8C-B5A3-85A361844F1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037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4000-C4D1-41BD-9CA6-CA8028F83E8C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4661-0FD0-4E8C-B5A3-85A361844F1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4869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4000-C4D1-41BD-9CA6-CA8028F83E8C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04661-0FD0-4E8C-B5A3-85A361844F1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64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1E84000-C4D1-41BD-9CA6-CA8028F83E8C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4704661-0FD0-4E8C-B5A3-85A361844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90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8B4B9-FF6C-27F6-BD37-C2148CB15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Frames in R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CD3A5D-DA88-E1B7-837F-B8B5BAB54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554960"/>
            <a:ext cx="6815669" cy="1875456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Shrikrishna Anand Narvekar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Assitant Professor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Engineering department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Agnel Institute of Technology and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1088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E4E0F-4E13-76FB-54FE-9DCC86AD9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ADB26-914E-1302-8FDD-20E9F86A5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data frame?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a data frame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data frame columns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in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7378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D6843-3B4A-2202-3632-D41E35D3E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Frame?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1ACAA-3301-1EC2-3C96-BF54BEF51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  <a:highlight>
                  <a:srgbClr val="F9FAFC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data frame is a two-dimensional data structure which can store data in tabular format.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highlight>
                  <a:srgbClr val="F9FAFC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 frames have rows and columns and each column can be a different vector. And different vectors can be of different data types.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F9FAFC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 frames are usually created by calling  </a:t>
            </a:r>
            <a:r>
              <a:rPr lang="en-US" dirty="0" err="1">
                <a:solidFill>
                  <a:schemeClr val="tx1"/>
                </a:solidFill>
                <a:highlight>
                  <a:srgbClr val="F9FAFC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read.table</a:t>
            </a:r>
            <a:r>
              <a:rPr lang="en-US" dirty="0">
                <a:solidFill>
                  <a:schemeClr val="tx1"/>
                </a:solidFill>
                <a:highlight>
                  <a:srgbClr val="F9FAFC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or read.csv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highlight>
                  <a:srgbClr val="F9FAFC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You can cons</a:t>
            </a:r>
            <a:r>
              <a:rPr lang="en-US" dirty="0">
                <a:solidFill>
                  <a:schemeClr val="tx1"/>
                </a:solidFill>
                <a:highlight>
                  <a:srgbClr val="F9FAFC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truct a data frame using </a:t>
            </a:r>
            <a:r>
              <a:rPr lang="en-US" dirty="0" err="1">
                <a:solidFill>
                  <a:schemeClr val="tx1"/>
                </a:solidFill>
                <a:highlight>
                  <a:srgbClr val="F9FAFC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data.frame</a:t>
            </a:r>
            <a:r>
              <a:rPr lang="en-US" dirty="0">
                <a:solidFill>
                  <a:schemeClr val="tx1"/>
                </a:solidFill>
                <a:highlight>
                  <a:srgbClr val="F9FAFC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() function</a:t>
            </a:r>
            <a:endParaRPr lang="en-US" b="0" i="0" dirty="0">
              <a:solidFill>
                <a:schemeClr val="tx1"/>
              </a:solidFill>
              <a:effectLst/>
              <a:highlight>
                <a:srgbClr val="F9FAFC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404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A5DB-AEA6-96DF-3FA5-41027084D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 a data frame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569E24-AE05-582E-1EF3-CBD5885384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8232" y="2924177"/>
            <a:ext cx="4495800" cy="16478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9DF31B-2C8F-A297-DDF8-EA12A5BEC737}"/>
              </a:ext>
            </a:extLst>
          </p:cNvPr>
          <p:cNvSpPr txBox="1"/>
          <p:nvPr/>
        </p:nvSpPr>
        <p:spPr>
          <a:xfrm>
            <a:off x="1558212" y="2565918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CCA052-63A3-9D57-292E-43872D942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896" y="3036142"/>
            <a:ext cx="3461944" cy="1647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194659-F7F4-F5AE-4C12-E15BBB308174}"/>
              </a:ext>
            </a:extLst>
          </p:cNvPr>
          <p:cNvSpPr txBox="1"/>
          <p:nvPr/>
        </p:nvSpPr>
        <p:spPr>
          <a:xfrm>
            <a:off x="6774024" y="2565918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45981E-0D38-5E4D-A544-48C1ACBDC434}"/>
              </a:ext>
            </a:extLst>
          </p:cNvPr>
          <p:cNvSpPr txBox="1"/>
          <p:nvPr/>
        </p:nvSpPr>
        <p:spPr>
          <a:xfrm>
            <a:off x="1459463" y="4930261"/>
            <a:ext cx="8934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Name, Age and Vote are column names of vector of string, numeric and Boolean type respectively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85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406EA-8AD2-DF92-74D8-99C9BB6AC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data frame columns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C5427C-65DF-D5A0-B733-AC9CA44CA8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9650" y="2897009"/>
            <a:ext cx="2611592" cy="1063982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40C453-2A7B-3CD1-7D97-55C605E1A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831" y="2942520"/>
            <a:ext cx="4334884" cy="6031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B35455-B42C-2B93-8879-FB6B19F7DFA8}"/>
              </a:ext>
            </a:extLst>
          </p:cNvPr>
          <p:cNvSpPr txBox="1"/>
          <p:nvPr/>
        </p:nvSpPr>
        <p:spPr>
          <a:xfrm>
            <a:off x="1520889" y="4294499"/>
            <a:ext cx="925596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returns the first column but retains the data frame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[[“Name”]] returns actual data with name column as vector. It does not retain the data frame structure but instead gives you a simpler data structure (a vector).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very using class()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233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78C83-E8F4-E570-794E-CBF5BDA94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7DB2D-D70D-C745-D065-60645A4C7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rbind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cbind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FCC371-C242-DEAB-21F4-A072FDC81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654" y="3429000"/>
            <a:ext cx="2809875" cy="1047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428C7A-C20C-0A3F-766D-8CC4E56BE4F8}"/>
              </a:ext>
            </a:extLst>
          </p:cNvPr>
          <p:cNvSpPr txBox="1"/>
          <p:nvPr/>
        </p:nvSpPr>
        <p:spPr>
          <a:xfrm>
            <a:off x="1567543" y="315374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3A5444-AE98-B834-1B6C-D8AFA3EBD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418" y="3389931"/>
            <a:ext cx="1886571" cy="8417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73E4E5-8C7B-BA8A-D759-1301200022B6}"/>
              </a:ext>
            </a:extLst>
          </p:cNvPr>
          <p:cNvSpPr txBox="1"/>
          <p:nvPr/>
        </p:nvSpPr>
        <p:spPr>
          <a:xfrm>
            <a:off x="4377418" y="3067052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F92BA4-C175-E3EC-9068-E2A41FF49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464" y="4736257"/>
            <a:ext cx="1914525" cy="8191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C5D43C8-8C88-A475-C234-39AE219B23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5908" y="4621957"/>
            <a:ext cx="2867025" cy="10477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D766C74-D48E-2623-319E-1AC4F6FB83E5}"/>
              </a:ext>
            </a:extLst>
          </p:cNvPr>
          <p:cNvSpPr txBox="1"/>
          <p:nvPr/>
        </p:nvSpPr>
        <p:spPr>
          <a:xfrm>
            <a:off x="1395908" y="443729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597536-55D4-4BA7-BACC-26837B863E8B}"/>
              </a:ext>
            </a:extLst>
          </p:cNvPr>
          <p:cNvSpPr txBox="1"/>
          <p:nvPr/>
        </p:nvSpPr>
        <p:spPr>
          <a:xfrm>
            <a:off x="4375026" y="4331935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FE660A5-100E-D1FD-C06C-CEFEF186F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47" y="3338413"/>
            <a:ext cx="3943350" cy="1333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29C720E-EEA1-B3B6-1232-49FC14F08E5A}"/>
              </a:ext>
            </a:extLst>
          </p:cNvPr>
          <p:cNvSpPr txBox="1"/>
          <p:nvPr/>
        </p:nvSpPr>
        <p:spPr>
          <a:xfrm>
            <a:off x="8310565" y="2692082"/>
            <a:ext cx="2278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R bind combine data frames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84E9284-750A-8306-9594-88B87D9FC7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126" y="5596818"/>
            <a:ext cx="6781800" cy="609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B2B3E0A-9F95-F3F3-E7BF-B1B0641E28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9211" y="4722259"/>
            <a:ext cx="23241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60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10FF2-40E4-52C1-E3E3-D0B12CB8F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with Employee details dataset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D2FEA-F05F-7B5F-2F7D-45363789A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5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have a dataset named Employee details.csv which gives us details about employees as shown below</a:t>
            </a:r>
            <a:endParaRPr lang="en-IN" sz="5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5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Column Descriptions:</a:t>
            </a:r>
            <a:endParaRPr lang="en-IN" sz="5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5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Id: </a:t>
            </a:r>
            <a:r>
              <a:rPr lang="en-US" sz="5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Unique identifier for each employee</a:t>
            </a:r>
            <a:endParaRPr lang="en-IN" sz="5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5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Name:</a:t>
            </a:r>
            <a:r>
              <a:rPr lang="en-US" sz="5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Name of the Employee</a:t>
            </a:r>
            <a:endParaRPr lang="en-IN" sz="5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5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Gender:</a:t>
            </a:r>
            <a:r>
              <a:rPr lang="en-US" sz="5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Gender of the employee</a:t>
            </a:r>
            <a:endParaRPr lang="en-IN" sz="5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5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Salary:</a:t>
            </a:r>
            <a:r>
              <a:rPr lang="en-US" sz="5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Salary earned by each employee</a:t>
            </a:r>
            <a:endParaRPr lang="en-IN" sz="5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5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:</a:t>
            </a:r>
            <a:r>
              <a:rPr lang="en-US" sz="5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department where employees work</a:t>
            </a:r>
            <a:endParaRPr lang="en-IN" sz="5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5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Age:</a:t>
            </a:r>
            <a:r>
              <a:rPr lang="en-US" sz="5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Age of the employee</a:t>
            </a:r>
            <a:endParaRPr lang="en-IN" sz="5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5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Joining date:</a:t>
            </a:r>
            <a:r>
              <a:rPr lang="en-US" sz="5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date on which employees has joined the organization</a:t>
            </a:r>
            <a:endParaRPr lang="en-IN" sz="5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5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 score:</a:t>
            </a:r>
            <a:r>
              <a:rPr lang="en-US" sz="5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Numerical score representing performance of the employee</a:t>
            </a:r>
            <a:endParaRPr lang="en-IN" sz="5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290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E2430-48DD-804E-3F4A-84BB50738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9832" y="758197"/>
            <a:ext cx="9601196" cy="130386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Data into and out of the 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22952-F828-148D-B8CD-12E2D6C03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 lnSpcReduction="10000"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Reading data into R  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read.table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(): Read tabular data from a file                        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read.csv  (): it reads csv file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readLines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Reads text file content line-by-line into a character vector.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source()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Executes R code from a file, effectively running scripts.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dget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Reads an R object from a file, restoring it from its textual representation.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load()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Loads saved R workspaces from a file, restoring all 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074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96BE9-D565-4059-813D-6DE5F585E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data to files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5AA8F-FEAB-FCA8-027C-989FAFACB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write.table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: for writing tabular data to text files (i.e. CSV) or connections </a:t>
            </a: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writeLines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: for writing character data line-by-line to a file or connection  dump() : for dumping a textual representation of multiple R objects </a:t>
            </a: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dput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: for outputting a textual representation of an R object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save() :for saving an arbitrary number of R objects in binary format 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possiblycompressed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to a file.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Serialize() :for converting an R object into a binary format for outputting to a connection 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orfile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352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A2A9-146A-33FE-2329-5E40CCEF8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in the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1319B-ADDE-96CA-5797-A5321D0F7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56932"/>
            <a:ext cx="9836019" cy="356395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are absent for specific variable in dataset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can be represented by various ways such as blank cells, symbols like NA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programming languages and data analysis tools, NA is used as a placeholder for missing values, allowing for proper handling during data processing.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context of data preprocessing, "NA" and "NAN" are used to represent missing values: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Not Available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Not a Number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4290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768AE-99D0-4CD8-D3CD-930FFDC9D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9DBB4-47C8-CEB7-697F-A83E3F2E5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data preprocessing, handling these missing values appropriately is crucial for accurate analysis and modeling.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techniques include: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Imputation: Filling missing values with mean, median mode etc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Removal: delete rows which contains Null Values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Algorithms: Use appropriate ML algorithms which can handle missing values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Values have class also, so there are integer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NA,character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5794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BF9F-B464-8CBE-DEAE-E295B6C54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missing values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C7685E-0778-7964-DDF2-56D1F9BC8609}"/>
              </a:ext>
            </a:extLst>
          </p:cNvPr>
          <p:cNvSpPr txBox="1"/>
          <p:nvPr/>
        </p:nvSpPr>
        <p:spPr>
          <a:xfrm>
            <a:off x="1474237" y="2423245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6405E8C3-0771-29A8-B9F0-54A15FBEA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4237" y="2693112"/>
            <a:ext cx="2859056" cy="175442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2E81BA-DFB3-063F-229E-C1432CA34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237" y="4572002"/>
            <a:ext cx="3554963" cy="14420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059F5F-94B9-4975-5BEE-73FA6C9F70C8}"/>
              </a:ext>
            </a:extLst>
          </p:cNvPr>
          <p:cNvSpPr txBox="1"/>
          <p:nvPr/>
        </p:nvSpPr>
        <p:spPr>
          <a:xfrm>
            <a:off x="7079407" y="2423245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DF7C49-2B96-34F7-F25A-0BE022BAA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264" y="2792577"/>
            <a:ext cx="3295650" cy="1409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626B33-A1F2-34B5-0205-BEFBA79E1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966" y="4282751"/>
            <a:ext cx="403860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231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484</TotalTime>
  <Words>654</Words>
  <Application>Microsoft Office PowerPoint</Application>
  <PresentationFormat>Widescreen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Garamond</vt:lpstr>
      <vt:lpstr>Times New Roman</vt:lpstr>
      <vt:lpstr>Organic</vt:lpstr>
      <vt:lpstr>Data Frames in R</vt:lpstr>
      <vt:lpstr>Content</vt:lpstr>
      <vt:lpstr>What is Data Frame?</vt:lpstr>
      <vt:lpstr>Construct a data frame</vt:lpstr>
      <vt:lpstr>Access data frame columns</vt:lpstr>
      <vt:lpstr>Exercise </vt:lpstr>
      <vt:lpstr>Working with Employee details dataset </vt:lpstr>
      <vt:lpstr>Getting Data into and out of the R</vt:lpstr>
      <vt:lpstr>Write data to files </vt:lpstr>
      <vt:lpstr>Missing values in the dataframes</vt:lpstr>
      <vt:lpstr>Handling missing values </vt:lpstr>
      <vt:lpstr>Examples of missing values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Shrikrishna Narvekar</dc:creator>
  <cp:lastModifiedBy>Shrikrishna Narvekar</cp:lastModifiedBy>
  <cp:revision>7</cp:revision>
  <dcterms:created xsi:type="dcterms:W3CDTF">2024-08-04T12:38:44Z</dcterms:created>
  <dcterms:modified xsi:type="dcterms:W3CDTF">2024-10-29T09:24:37Z</dcterms:modified>
</cp:coreProperties>
</file>