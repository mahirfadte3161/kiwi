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888" autoAdjust="0"/>
  </p:normalViewPr>
  <p:slideViewPr>
    <p:cSldViewPr snapToGrid="0">
      <p:cViewPr varScale="1"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4D36D-BE65-4FEB-B9E0-0A31CDEF1C8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E78C7-ECB4-496C-9FE3-0E7E5B8E9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14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i="1" dirty="0"/>
              <a:t>Example:</a:t>
            </a:r>
            <a:r>
              <a:rPr lang="en-US" dirty="0"/>
              <a:t> A company analyzing customer complaints first defines the problem (“reduce complaints by 20%”) before collecting and cleaning data. This keeps the project focused.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i="1" dirty="0"/>
              <a:t>Example:</a:t>
            </a:r>
            <a:r>
              <a:rPr lang="en-US" dirty="0"/>
              <a:t> A hospital that builds a model to predict heart disease documents each step — so another branch can reproduce the same study later.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E78C7-ECB4-496C-9FE3-0E7E5B8E970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3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i="1" dirty="0"/>
              <a:t>Example:</a:t>
            </a:r>
            <a:r>
              <a:rPr lang="en-US" dirty="0"/>
              <a:t> A retail chain wants to increase sales. Instead of just analyzing “total revenue,” the team first defines the goal — “recommend products to repeat customers.” The lifecycle ensures clarity.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Example:</a:t>
            </a:r>
            <a:r>
              <a:rPr lang="en-US" dirty="0"/>
              <a:t> A bank uses customer data to approve loans. The lifecycle ensures they check data accuracy and test models before deployment, reducing the risk of wrong approvals.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Example:</a:t>
            </a:r>
            <a:r>
              <a:rPr lang="en-US" dirty="0"/>
              <a:t> Netflix’s recommendation system is updated daily with new viewing data — that’s part of lifecycle maintenance.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E78C7-ECB4-496C-9FE3-0E7E5B8E970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55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6.Example:</a:t>
            </a:r>
            <a:r>
              <a:rPr lang="en-US" dirty="0"/>
              <a:t> In a telecom company:</a:t>
            </a:r>
          </a:p>
          <a:p>
            <a:r>
              <a:rPr lang="en-US" dirty="0"/>
              <a:t>Data engineers prepare call data</a:t>
            </a:r>
          </a:p>
          <a:p>
            <a:r>
              <a:rPr lang="en-US" dirty="0"/>
              <a:t>Data scientists build churn models</a:t>
            </a:r>
          </a:p>
          <a:p>
            <a:r>
              <a:rPr lang="en-US" dirty="0"/>
              <a:t>Business heads interpret results and plan offers.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7.Example:</a:t>
            </a:r>
            <a:r>
              <a:rPr lang="en-US" dirty="0"/>
              <a:t> A data team presents customer insights to marketing in simple dashboards — helping them plan better ad campaigns.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8. Example:</a:t>
            </a:r>
            <a:r>
              <a:rPr lang="en-US" dirty="0"/>
              <a:t> A food delivery app analyzes delivery times. After using the model for a month, they find new patterns and refine the model — improving accuracy over time.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E78C7-ECB4-496C-9FE3-0E7E5B8E970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71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E78C7-ECB4-496C-9FE3-0E7E5B8E970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765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65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97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105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25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96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12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91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14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98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804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654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254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529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96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550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714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378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EA58D2-7F15-47BA-B1A5-42BDEBFEBE3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237767-D697-4672-B381-2CFAC08A5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52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8546-9759-7C92-0ABA-EA6A87A566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 Analytics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B9049-6D25-7AE9-F63E-0BF29D0D2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908802" cy="192210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Shrikrishna Anand Narvekar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Assitant Professor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department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330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B4ED1-B912-7C70-A4D5-41908149E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FF7C-17CE-1EC5-D24B-DD580BEBA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Data Analytics Life cycle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roles of successful Analytics Project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Phases of data analytics lifecycle</a:t>
            </a:r>
          </a:p>
        </p:txBody>
      </p:sp>
    </p:spTree>
    <p:extLst>
      <p:ext uri="{BB962C8B-B14F-4D97-AF65-F5344CB8AC3E}">
        <p14:creationId xmlns:p14="http://schemas.microsoft.com/office/powerpoint/2010/main" val="3571440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0E07-BD4B-FC68-D145-FDFD2520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4F23A-5459-8C9F-6938-047387EA8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Lifecycle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step-by-step roadmap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guides how we handle data — from understanding a problem, collecting and cleaning data, building models, checking results, and finally using those results in real life.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like any big project (for example, building a house or developing an app), data analytics also needs a proper plan and sequence of steps — that’s what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lifecycle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us.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789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9153-A0B1-E083-780E-C90494A2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data Analytics Lifecycle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3BC6F-50EE-7346-F7A2-FDBA398B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780036" cy="3526627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 order and disciple to exploratory work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lifecycle gives structure to your analytics work — so you don’t jump into coding or analyzing data without knowing the goal.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reproducibility &amp; consistency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another analyst works on the same problem, they should get similar results using the same steps.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phase is documented (data cleaning, modeling, testing), so others can repeat or verify it.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70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7D04E-C949-93B1-424D-83DDC6D80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606490"/>
            <a:ext cx="10562253" cy="54864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Align Analytics with business goals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projects fail because the analysis doesn’t solve the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business problem.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lifecycle: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first phase,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ensures you understand what the organization actually wants.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Manage risk and ensure quality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checks: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Wrong data or errors in the model can lead to bad decisions.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lifecycle: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stage includes testing, validation, and feedback.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Support scalability and maintenance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 need to be updated as new data comes in.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lifecycle: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“Operationalization” phase ensures the system can grow, be monitored, and improved.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42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C2D4A-92BE-663A-33C3-D2BB7EE15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6" y="643812"/>
            <a:ext cx="9944875" cy="50920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Clarify team roles &amp; coordination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 projects involve many people — data engineers, analysts, scientists, business managers.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knows what to do at each stage.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 &amp; change management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Results are meaningful only when non-technical people understand them.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“Communicating Results” phase ensures insights are shared clearly with managers and decision-makers.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continuous improvement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model is perfect forever — business goals and data change.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go back, refine data, rebuild the model, and keep improving.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55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BC36-3EEB-E0AE-0F95-5133DED8A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04259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roles of successful analytics Project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FF055-C953-9687-6F21-8A34F7B13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49" y="1286912"/>
            <a:ext cx="83439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66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667D-EDD8-34B4-E114-57D251757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9" y="755374"/>
            <a:ext cx="9852988" cy="5120494"/>
          </a:xfrm>
        </p:spPr>
        <p:txBody>
          <a:bodyPr/>
          <a:lstStyle/>
          <a:p>
            <a:pPr algn="just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Users</a:t>
            </a: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Someone who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area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usually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 and advise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team on the context of the project, the value of the results, and how the outputs will be operationalized.</a:t>
            </a:r>
          </a:p>
          <a:p>
            <a:pPr algn="just"/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sponsor: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the genesis of the project</a:t>
            </a:r>
            <a:r>
              <a:rPr lang="en-US" dirty="0"/>
              <a:t>.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initiator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project — the person who funds and supports it.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they do: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why the project is needed and what problem it should solve.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budget and resources.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value of the project after it’s completed.</a:t>
            </a:r>
          </a:p>
          <a:p>
            <a:pPr algn="just"/>
            <a:endParaRPr lang="en-IN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372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886CB-ACAB-3973-D111-769DE764E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070" y="626165"/>
            <a:ext cx="10605052" cy="5446644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ensures everything happens on time and everyone knows their tasks.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they do: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Plans timelines and milestones.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progress and ensures quality work.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with all team members.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Intelligent Analyst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turns raw data into understandable reports and dashboards.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Knows company data sources very well.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charts, graphs, and dashboards to show business performance (KPIs).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management make data-driven decisions.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Analyst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might create a dashboard showing monthly sales by region using tools like Power BI or Tableau.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169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15998-6FA8-FC63-7B41-3FE7E4291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008" y="844826"/>
            <a:ext cx="10495721" cy="5188226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Administrator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caretaker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databases — makes sure data is stored safely and accessible to the team.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they do: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up and maintains the database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who can access which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security and backups.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that the sales database is secure and that the data scientist can access it safely without affecting live operations.</a:t>
            </a:r>
          </a:p>
          <a:p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690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60F84-993F-E41A-9B00-FDE1AE669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21" y="1053548"/>
            <a:ext cx="10555357" cy="5080738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builder and plumber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data system — makes sure the data flows smoothly from sources to analysis.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Extracts data from multiple sources (databases, APIs, files).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Cleans, transforms, and loads it into a usable form (data pipeline).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closely with data scientists to prepare the data for modeling.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combines data from website clicks, customer orders, and feedback forms into one clean dataset for analysis.</a:t>
            </a:r>
          </a:p>
          <a:p>
            <a:endParaRPr lang="en-IN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25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36112-5B9E-2FA7-FF66-E91A9774A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936" y="954156"/>
            <a:ext cx="10320128" cy="5297557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analytics project — uses math, statistics, and coding to find patterns and make predictions.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analytical and machine learning techniques.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and tests predictive models.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Interprets results and provides insights to the business team.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might create a model that predicts which customers are most likely to cancel their subscription.</a:t>
            </a:r>
          </a:p>
          <a:p>
            <a:endParaRPr lang="en-IN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320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34A4-993F-A285-6CFC-24A93476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 of data analytics lifecycle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2493-4CA8-7103-26DE-7DC899625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Discovery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Data Preparation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Model Planning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Model Building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5: Communicate Results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6: Operationalize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245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DD1F-89C8-6093-61C0-ACA18DD8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Discovery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3C5BF-89C3-4609-D96D-A26F844EF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phase, the team learns about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domain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understands the problem that needs to be solved.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check if similar projects were done before and what lessons can be learned.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also identify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available — such as data, time, tools, and people.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here is to clearly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the business problem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an analytics task and make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assumptions or hypotheses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test later.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4992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F915-95B9-A6DF-CF68-62A044A4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12D95-F898-6462-9223-42B887CF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team sets up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 safe workspace for data exploration and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collect data from different sources and perform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(Extract, Transform, Load)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ELT (Extract, Load, Transform)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to clean and organize it.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team makes the data ready for analysis by removing errors, filling missing values, and ensuring it is in the right format.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654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15DE-3CA0-133C-E8E3-7223FC6F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Model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11DA5-A417-0EEC-28CE-685636B5F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phase, the team decides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methods, tools, and techniques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use for building the model.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explore the data to understand the relationships between different variables and then select the most important ones.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also plan the overall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next phase.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422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2FCCE-BBDC-C8FB-5112-4310D2CB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3E3D8-01D4-E75D-6058-A2FAAAE6E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the actual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creation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begins.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team divides the data into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use the selected techniques 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and run models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check whether their tools and systems are powerful enough (for example, whether faster hardware or parallel processing is needed).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181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C548-3DDE-CAA4-C7D7-0E7E50A4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5: Communicate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C563C-F4E5-A7E1-AFAD-A3CFC3F57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 models are tested, the team evaluates whether the project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 the goals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defined in Phase 1.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summarize key findings, measure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prepare reports or presentations to explain the results clearly to stakeholders in simple language.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004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D7FE-80D6-49BB-1783-80F508A3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6: Operationalize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14D95-23FD-A359-43C9-268B6FB3A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final phase, the team delivers all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reports, codes, and documentation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pilot project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run to test the model in real-world conditions.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focus is to ensure the model adds real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to the organization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that the results are easy for the audience to understand and apply.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343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E553-E76F-FA27-BB38-56BBD4568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activities performed at Discovery phase of Data Analytics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B4CEB-27E2-9847-A4F9-CF5CA366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the business domain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Assessing Resources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 the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Key Stakeholders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Interviewing the Analytics Sponsor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Initial Hypotheses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Potential Data Sources</a:t>
            </a:r>
          </a:p>
        </p:txBody>
      </p:sp>
    </p:spTree>
    <p:extLst>
      <p:ext uri="{BB962C8B-B14F-4D97-AF65-F5344CB8AC3E}">
        <p14:creationId xmlns:p14="http://schemas.microsoft.com/office/powerpoint/2010/main" val="221239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AA76-B771-369F-18B0-AA1955679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activities performed at Data Preparation phase of Data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5C4C2-10F9-C206-D69E-93A411823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the Analytic Sandbox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ETLT (Extract, Transform, Load, Transform)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About the Data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Conditioning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Surveying and Visualizing the Data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Tools Used in the Data Preparation Phase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27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28B-C47A-2711-4E07-EF7B62C48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activities performed in model planning phase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0775A-EBD0-4E2D-93C8-554CABF63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and Variable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the Analytic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and Technique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Researching Industry Practices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562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5B11-BD77-7147-8D23-9DF3182F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activities performed in model building phase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2C409-8FC3-6596-29CC-78268BC6E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 for Training and Testing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and Execution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Validation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 and Refinement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of Model Logic and Assumptions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 with Business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Selection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723027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0708-6DBA-10E7-257E-0210C8F4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activities performed in communicate result phase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AD437-A830-BE59-2240-3549FC071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10005390" cy="356557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Outcomes with Success Criteria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Statistical Significance and Validity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Findings and Insights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Business Impact and Value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Communication and Visualization Materials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 on Project Learnings and 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Future Actions and Next Steps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and Deliver Final Report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202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DE7B-6534-EB2B-4913-0913B05D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46CE9-1E22-92D8-3A8C-DA02F25F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7870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202</TotalTime>
  <Words>1717</Words>
  <Application>Microsoft Office PowerPoint</Application>
  <PresentationFormat>Widescreen</PresentationFormat>
  <Paragraphs>158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Garamond</vt:lpstr>
      <vt:lpstr>Times New Roman</vt:lpstr>
      <vt:lpstr>Organic</vt:lpstr>
      <vt:lpstr>Basic Data Analytics</vt:lpstr>
      <vt:lpstr>Content</vt:lpstr>
      <vt:lpstr>Introduction</vt:lpstr>
      <vt:lpstr>Need of data Analytics Lifecycle</vt:lpstr>
      <vt:lpstr>PowerPoint Presentation</vt:lpstr>
      <vt:lpstr>PowerPoint Presentation</vt:lpstr>
      <vt:lpstr>Key roles of successful analytics Project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Phases of data analytics lifecycle </vt:lpstr>
      <vt:lpstr>Phase 1: Discovery</vt:lpstr>
      <vt:lpstr>Phase 2: Data Preparation</vt:lpstr>
      <vt:lpstr>Phase 3: Model Planning</vt:lpstr>
      <vt:lpstr>Phase 4: Model Building</vt:lpstr>
      <vt:lpstr>Phase 5: Communicate Results</vt:lpstr>
      <vt:lpstr>Phase 6: Operationalize</vt:lpstr>
      <vt:lpstr>Different activities performed at Discovery phase of Data Analytics</vt:lpstr>
      <vt:lpstr>Different activities performed at Data Preparation phase of Data Analytics</vt:lpstr>
      <vt:lpstr>Different activities performed in model planning phase</vt:lpstr>
      <vt:lpstr>Different activities performed in model building phase</vt:lpstr>
      <vt:lpstr>Different activities performed in communicate result phase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6</cp:revision>
  <dcterms:created xsi:type="dcterms:W3CDTF">2025-10-21T06:07:14Z</dcterms:created>
  <dcterms:modified xsi:type="dcterms:W3CDTF">2025-10-27T05:37:01Z</dcterms:modified>
</cp:coreProperties>
</file>