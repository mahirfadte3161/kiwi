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7" r:id="rId3"/>
  </p:sldMasterIdLst>
  <p:notesMasterIdLst>
    <p:notesMasterId r:id="rId53"/>
  </p:notesMasterIdLst>
  <p:sldIdLst>
    <p:sldId id="445" r:id="rId4"/>
    <p:sldId id="447" r:id="rId5"/>
    <p:sldId id="284" r:id="rId6"/>
    <p:sldId id="285" r:id="rId7"/>
    <p:sldId id="449" r:id="rId8"/>
    <p:sldId id="258" r:id="rId9"/>
    <p:sldId id="282" r:id="rId10"/>
    <p:sldId id="281" r:id="rId11"/>
    <p:sldId id="283" r:id="rId12"/>
    <p:sldId id="286" r:id="rId13"/>
    <p:sldId id="287" r:id="rId14"/>
    <p:sldId id="288" r:id="rId15"/>
    <p:sldId id="452" r:id="rId16"/>
    <p:sldId id="450" r:id="rId17"/>
    <p:sldId id="457" r:id="rId18"/>
    <p:sldId id="458" r:id="rId19"/>
    <p:sldId id="453" r:id="rId20"/>
    <p:sldId id="455" r:id="rId21"/>
    <p:sldId id="456" r:id="rId22"/>
    <p:sldId id="266" r:id="rId23"/>
    <p:sldId id="486" r:id="rId24"/>
    <p:sldId id="267" r:id="rId25"/>
    <p:sldId id="451" r:id="rId26"/>
    <p:sldId id="461" r:id="rId27"/>
    <p:sldId id="462" r:id="rId28"/>
    <p:sldId id="459" r:id="rId29"/>
    <p:sldId id="468" r:id="rId30"/>
    <p:sldId id="473" r:id="rId31"/>
    <p:sldId id="464" r:id="rId32"/>
    <p:sldId id="465" r:id="rId33"/>
    <p:sldId id="466" r:id="rId34"/>
    <p:sldId id="487" r:id="rId35"/>
    <p:sldId id="467" r:id="rId36"/>
    <p:sldId id="469" r:id="rId37"/>
    <p:sldId id="470" r:id="rId38"/>
    <p:sldId id="471" r:id="rId39"/>
    <p:sldId id="474" r:id="rId40"/>
    <p:sldId id="475" r:id="rId41"/>
    <p:sldId id="479" r:id="rId42"/>
    <p:sldId id="476" r:id="rId43"/>
    <p:sldId id="477" r:id="rId44"/>
    <p:sldId id="478" r:id="rId45"/>
    <p:sldId id="481" r:id="rId46"/>
    <p:sldId id="480" r:id="rId47"/>
    <p:sldId id="472" r:id="rId48"/>
    <p:sldId id="482" r:id="rId49"/>
    <p:sldId id="483" r:id="rId50"/>
    <p:sldId id="484" r:id="rId51"/>
    <p:sldId id="485"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1" autoAdjust="0"/>
    <p:restoredTop sz="94660"/>
  </p:normalViewPr>
  <p:slideViewPr>
    <p:cSldViewPr snapToGrid="0">
      <p:cViewPr varScale="1">
        <p:scale>
          <a:sx n="68" d="100"/>
          <a:sy n="68" d="100"/>
        </p:scale>
        <p:origin x="53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notesMaster" Target="notesMasters/notesMaster1.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tableStyles" Target="tableStyle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F99F78-C16F-4C9D-BF69-368C105D0732}" type="datetimeFigureOut">
              <a:rPr lang="en-IN" smtClean="0"/>
              <a:t>22-03-2025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8B555F-A393-4FA7-972B-3420C62B25F4}" type="slidenum">
              <a:rPr lang="en-IN" smtClean="0"/>
              <a:t>‹#›</a:t>
            </a:fld>
            <a:endParaRPr lang="en-IN"/>
          </a:p>
        </p:txBody>
      </p:sp>
    </p:spTree>
    <p:extLst>
      <p:ext uri="{BB962C8B-B14F-4D97-AF65-F5344CB8AC3E}">
        <p14:creationId xmlns:p14="http://schemas.microsoft.com/office/powerpoint/2010/main" val="636674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rotWithShape="0">
          <a:gsLst>
            <a:gs pos="0">
              <a:schemeClr val="bg1"/>
            </a:gs>
            <a:gs pos="100000">
              <a:schemeClr val="bg2"/>
            </a:gs>
          </a:gsLst>
          <a:lin ang="0" scaled="1"/>
        </a:gradFill>
        <a:effectLst/>
      </p:bgPr>
    </p:bg>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85CC396E-8C87-4A6E-B12D-BDB6C37870D5}"/>
              </a:ext>
            </a:extLst>
          </p:cNvPr>
          <p:cNvGrpSpPr>
            <a:grpSpLocks/>
          </p:cNvGrpSpPr>
          <p:nvPr/>
        </p:nvGrpSpPr>
        <p:grpSpPr bwMode="auto">
          <a:xfrm>
            <a:off x="-1380067" y="1552576"/>
            <a:ext cx="13572067" cy="5305425"/>
            <a:chOff x="-652" y="978"/>
            <a:chExt cx="6412" cy="3342"/>
          </a:xfrm>
        </p:grpSpPr>
        <p:sp>
          <p:nvSpPr>
            <p:cNvPr id="5" name="Freeform 3">
              <a:extLst>
                <a:ext uri="{FF2B5EF4-FFF2-40B4-BE49-F238E27FC236}">
                  <a16:creationId xmlns:a16="http://schemas.microsoft.com/office/drawing/2014/main" id="{1D315168-AC4A-4268-BFA5-EDC48CCDC55B}"/>
                </a:ext>
              </a:extLst>
            </p:cNvPr>
            <p:cNvSpPr>
              <a:spLocks/>
            </p:cNvSpPr>
            <p:nvPr/>
          </p:nvSpPr>
          <p:spPr bwMode="auto">
            <a:xfrm>
              <a:off x="2061" y="1707"/>
              <a:ext cx="3699" cy="2613"/>
            </a:xfrm>
            <a:custGeom>
              <a:avLst/>
              <a:gdLst>
                <a:gd name="T0" fmla="*/ 1523 w 3699"/>
                <a:gd name="T1" fmla="*/ 2611 h 2613"/>
                <a:gd name="T2" fmla="*/ 3698 w 3699"/>
                <a:gd name="T3" fmla="*/ 2612 h 2613"/>
                <a:gd name="T4" fmla="*/ 3698 w 3699"/>
                <a:gd name="T5" fmla="*/ 2228 h 2613"/>
                <a:gd name="T6" fmla="*/ 0 w 3699"/>
                <a:gd name="T7" fmla="*/ 0 h 2613"/>
                <a:gd name="T8" fmla="*/ 160 w 3699"/>
                <a:gd name="T9" fmla="*/ 118 h 2613"/>
                <a:gd name="T10" fmla="*/ 292 w 3699"/>
                <a:gd name="T11" fmla="*/ 219 h 2613"/>
                <a:gd name="T12" fmla="*/ 441 w 3699"/>
                <a:gd name="T13" fmla="*/ 347 h 2613"/>
                <a:gd name="T14" fmla="*/ 585 w 3699"/>
                <a:gd name="T15" fmla="*/ 482 h 2613"/>
                <a:gd name="T16" fmla="*/ 796 w 3699"/>
                <a:gd name="T17" fmla="*/ 711 h 2613"/>
                <a:gd name="T18" fmla="*/ 983 w 3699"/>
                <a:gd name="T19" fmla="*/ 955 h 2613"/>
                <a:gd name="T20" fmla="*/ 1119 w 3699"/>
                <a:gd name="T21" fmla="*/ 1168 h 2613"/>
                <a:gd name="T22" fmla="*/ 1238 w 3699"/>
                <a:gd name="T23" fmla="*/ 1388 h 2613"/>
                <a:gd name="T24" fmla="*/ 1331 w 3699"/>
                <a:gd name="T25" fmla="*/ 1608 h 2613"/>
                <a:gd name="T26" fmla="*/ 1400 w 3699"/>
                <a:gd name="T27" fmla="*/ 1809 h 2613"/>
                <a:gd name="T28" fmla="*/ 1447 w 3699"/>
                <a:gd name="T29" fmla="*/ 1979 h 2613"/>
                <a:gd name="T30" fmla="*/ 1490 w 3699"/>
                <a:gd name="T31" fmla="*/ 2190 h 2613"/>
                <a:gd name="T32" fmla="*/ 1511 w 3699"/>
                <a:gd name="T33" fmla="*/ 2374 h 2613"/>
                <a:gd name="T34" fmla="*/ 1523 w 3699"/>
                <a:gd name="T35" fmla="*/ 2611 h 2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699" h="2613">
                  <a:moveTo>
                    <a:pt x="1523" y="2611"/>
                  </a:moveTo>
                  <a:lnTo>
                    <a:pt x="3698" y="2612"/>
                  </a:lnTo>
                  <a:lnTo>
                    <a:pt x="3698" y="2228"/>
                  </a:lnTo>
                  <a:lnTo>
                    <a:pt x="0" y="0"/>
                  </a:lnTo>
                  <a:lnTo>
                    <a:pt x="160" y="118"/>
                  </a:lnTo>
                  <a:lnTo>
                    <a:pt x="292" y="219"/>
                  </a:lnTo>
                  <a:lnTo>
                    <a:pt x="441" y="347"/>
                  </a:lnTo>
                  <a:lnTo>
                    <a:pt x="585" y="482"/>
                  </a:lnTo>
                  <a:lnTo>
                    <a:pt x="796" y="711"/>
                  </a:lnTo>
                  <a:lnTo>
                    <a:pt x="983" y="955"/>
                  </a:lnTo>
                  <a:lnTo>
                    <a:pt x="1119" y="1168"/>
                  </a:lnTo>
                  <a:lnTo>
                    <a:pt x="1238" y="1388"/>
                  </a:lnTo>
                  <a:lnTo>
                    <a:pt x="1331" y="1608"/>
                  </a:lnTo>
                  <a:lnTo>
                    <a:pt x="1400" y="1809"/>
                  </a:lnTo>
                  <a:lnTo>
                    <a:pt x="1447" y="1979"/>
                  </a:lnTo>
                  <a:lnTo>
                    <a:pt x="1490" y="2190"/>
                  </a:lnTo>
                  <a:lnTo>
                    <a:pt x="1511" y="2374"/>
                  </a:lnTo>
                  <a:lnTo>
                    <a:pt x="1523" y="2611"/>
                  </a:lnTo>
                </a:path>
              </a:pathLst>
            </a:custGeom>
            <a:gradFill rotWithShape="0">
              <a:gsLst>
                <a:gs pos="0">
                  <a:schemeClr val="accent2">
                    <a:gamma/>
                    <a:shade val="46275"/>
                    <a:invGamma/>
                  </a:schemeClr>
                </a:gs>
                <a:gs pos="100000">
                  <a:schemeClr val="accent2"/>
                </a:gs>
              </a:gsLst>
              <a:lin ang="0" scaled="1"/>
            </a:gradFill>
            <a:ln>
              <a:noFill/>
            </a:ln>
            <a:effectLst/>
          </p:spPr>
          <p:txBody>
            <a:bodyPr/>
            <a:lstStyle/>
            <a:p>
              <a:pPr eaLnBrk="1" hangingPunct="1">
                <a:defRPr/>
              </a:pPr>
              <a:endParaRPr lang="en-IN" sz="1800"/>
            </a:p>
          </p:txBody>
        </p:sp>
        <p:sp>
          <p:nvSpPr>
            <p:cNvPr id="6" name="Arc 4">
              <a:extLst>
                <a:ext uri="{FF2B5EF4-FFF2-40B4-BE49-F238E27FC236}">
                  <a16:creationId xmlns:a16="http://schemas.microsoft.com/office/drawing/2014/main" id="{70D4BF1D-19E8-43E9-B657-34A3C74DAB07}"/>
                </a:ext>
              </a:extLst>
            </p:cNvPr>
            <p:cNvSpPr>
              <a:spLocks/>
            </p:cNvSpPr>
            <p:nvPr/>
          </p:nvSpPr>
          <p:spPr bwMode="auto">
            <a:xfrm>
              <a:off x="-652" y="978"/>
              <a:ext cx="4237" cy="3342"/>
            </a:xfrm>
            <a:custGeom>
              <a:avLst/>
              <a:gdLst>
                <a:gd name="T0" fmla="*/ 780 w 21600"/>
                <a:gd name="T1" fmla="*/ 0 h 21231"/>
                <a:gd name="T2" fmla="*/ 4237 w 21600"/>
                <a:gd name="T3" fmla="*/ 3342 h 21231"/>
                <a:gd name="T4" fmla="*/ 0 w 21600"/>
                <a:gd name="T5" fmla="*/ 3342 h 21231"/>
                <a:gd name="T6" fmla="*/ 0 60000 65536"/>
                <a:gd name="T7" fmla="*/ 0 60000 65536"/>
                <a:gd name="T8" fmla="*/ 0 60000 65536"/>
              </a:gdLst>
              <a:ahLst/>
              <a:cxnLst>
                <a:cxn ang="T6">
                  <a:pos x="T0" y="T1"/>
                </a:cxn>
                <a:cxn ang="T7">
                  <a:pos x="T2" y="T3"/>
                </a:cxn>
                <a:cxn ang="T8">
                  <a:pos x="T4" y="T5"/>
                </a:cxn>
              </a:cxnLst>
              <a:rect l="0" t="0" r="r" b="b"/>
              <a:pathLst>
                <a:path w="21600" h="21231" fill="none" extrusionOk="0">
                  <a:moveTo>
                    <a:pt x="3976" y="0"/>
                  </a:moveTo>
                  <a:cubicBezTo>
                    <a:pt x="14194" y="1914"/>
                    <a:pt x="21600" y="10835"/>
                    <a:pt x="21600" y="21231"/>
                  </a:cubicBezTo>
                </a:path>
                <a:path w="21600" h="21231" stroke="0" extrusionOk="0">
                  <a:moveTo>
                    <a:pt x="3976" y="0"/>
                  </a:moveTo>
                  <a:cubicBezTo>
                    <a:pt x="14194" y="1914"/>
                    <a:pt x="21600" y="10835"/>
                    <a:pt x="21600" y="21231"/>
                  </a:cubicBezTo>
                  <a:lnTo>
                    <a:pt x="0" y="21231"/>
                  </a:lnTo>
                  <a:lnTo>
                    <a:pt x="3976" y="0"/>
                  </a:lnTo>
                  <a:close/>
                </a:path>
              </a:pathLst>
            </a:custGeom>
            <a:noFill/>
            <a:ln w="1270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sp>
        <p:nvSpPr>
          <p:cNvPr id="78853" name="Rectangle 5"/>
          <p:cNvSpPr>
            <a:spLocks noGrp="1" noChangeArrowheads="1"/>
          </p:cNvSpPr>
          <p:nvPr>
            <p:ph type="ctrTitle" sz="quarter"/>
          </p:nvPr>
        </p:nvSpPr>
        <p:spPr>
          <a:xfrm>
            <a:off x="1725084" y="762000"/>
            <a:ext cx="10363200" cy="1143000"/>
          </a:xfrm>
        </p:spPr>
        <p:txBody>
          <a:bodyPr anchor="b"/>
          <a:lstStyle>
            <a:lvl1pPr>
              <a:defRPr/>
            </a:lvl1pPr>
          </a:lstStyle>
          <a:p>
            <a:pPr lvl="0"/>
            <a:r>
              <a:rPr lang="en-US" altLang="en-US" noProof="0"/>
              <a:t>Click to edit Master title style</a:t>
            </a:r>
          </a:p>
        </p:txBody>
      </p:sp>
      <p:sp>
        <p:nvSpPr>
          <p:cNvPr id="78854" name="Rectangle 6"/>
          <p:cNvSpPr>
            <a:spLocks noGrp="1" noChangeArrowheads="1"/>
          </p:cNvSpPr>
          <p:nvPr>
            <p:ph type="subTitle" sz="quarter" idx="1"/>
          </p:nvPr>
        </p:nvSpPr>
        <p:spPr>
          <a:xfrm>
            <a:off x="914400" y="3429000"/>
            <a:ext cx="8534400" cy="1752600"/>
          </a:xfrm>
        </p:spPr>
        <p:txBody>
          <a:bodyPr lIns="92075" tIns="46038" rIns="92075" bIns="46038" anchor="ct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7" name="Rectangle 7">
            <a:extLst>
              <a:ext uri="{FF2B5EF4-FFF2-40B4-BE49-F238E27FC236}">
                <a16:creationId xmlns:a16="http://schemas.microsoft.com/office/drawing/2014/main" id="{816A9C31-6891-460D-ADFA-768B8E83ABC2}"/>
              </a:ext>
            </a:extLst>
          </p:cNvPr>
          <p:cNvSpPr>
            <a:spLocks noGrp="1" noChangeArrowheads="1"/>
          </p:cNvSpPr>
          <p:nvPr>
            <p:ph type="dt" sz="quarter" idx="10"/>
          </p:nvPr>
        </p:nvSpPr>
        <p:spPr/>
        <p:txBody>
          <a:bodyPr/>
          <a:lstStyle>
            <a:lvl1pPr>
              <a:defRPr/>
            </a:lvl1pPr>
          </a:lstStyle>
          <a:p>
            <a:pPr>
              <a:defRPr/>
            </a:pPr>
            <a:endParaRPr lang="en-US" altLang="en-US"/>
          </a:p>
        </p:txBody>
      </p:sp>
      <p:sp>
        <p:nvSpPr>
          <p:cNvPr id="8" name="Rectangle 8">
            <a:extLst>
              <a:ext uri="{FF2B5EF4-FFF2-40B4-BE49-F238E27FC236}">
                <a16:creationId xmlns:a16="http://schemas.microsoft.com/office/drawing/2014/main" id="{BAD98A39-BE1F-4137-A0C5-B833764F7E15}"/>
              </a:ext>
            </a:extLst>
          </p:cNvPr>
          <p:cNvSpPr>
            <a:spLocks noGrp="1" noChangeArrowheads="1"/>
          </p:cNvSpPr>
          <p:nvPr>
            <p:ph type="ftr" sz="quarter" idx="11"/>
          </p:nvPr>
        </p:nvSpPr>
        <p:spPr/>
        <p:txBody>
          <a:bodyPr/>
          <a:lstStyle>
            <a:lvl1pPr>
              <a:defRPr/>
            </a:lvl1pPr>
          </a:lstStyle>
          <a:p>
            <a:pPr>
              <a:defRPr/>
            </a:pPr>
            <a:r>
              <a:rPr lang="en-US" altLang="en-US"/>
              <a:t>History of ANN</a:t>
            </a:r>
          </a:p>
        </p:txBody>
      </p:sp>
      <p:sp>
        <p:nvSpPr>
          <p:cNvPr id="9" name="Rectangle 9">
            <a:extLst>
              <a:ext uri="{FF2B5EF4-FFF2-40B4-BE49-F238E27FC236}">
                <a16:creationId xmlns:a16="http://schemas.microsoft.com/office/drawing/2014/main" id="{87941331-4D8A-42E9-BC1B-61F183DED67D}"/>
              </a:ext>
            </a:extLst>
          </p:cNvPr>
          <p:cNvSpPr>
            <a:spLocks noGrp="1" noChangeArrowheads="1"/>
          </p:cNvSpPr>
          <p:nvPr>
            <p:ph type="sldNum" sz="quarter" idx="12"/>
          </p:nvPr>
        </p:nvSpPr>
        <p:spPr/>
        <p:txBody>
          <a:bodyPr/>
          <a:lstStyle>
            <a:lvl1pPr>
              <a:defRPr smtClean="0"/>
            </a:lvl1pPr>
          </a:lstStyle>
          <a:p>
            <a:pPr>
              <a:defRPr/>
            </a:pPr>
            <a:fld id="{D032CE62-142D-476C-ACA7-B9CB9615FDD6}" type="slidenum">
              <a:rPr lang="en-US" altLang="en-US"/>
              <a:pPr>
                <a:defRPr/>
              </a:pPr>
              <a:t>‹#›</a:t>
            </a:fld>
            <a:endParaRPr lang="en-US" altLang="en-US"/>
          </a:p>
        </p:txBody>
      </p:sp>
    </p:spTree>
    <p:extLst>
      <p:ext uri="{BB962C8B-B14F-4D97-AF65-F5344CB8AC3E}">
        <p14:creationId xmlns:p14="http://schemas.microsoft.com/office/powerpoint/2010/main" val="2363563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B7002B01-0C5D-410D-B29F-90C66A477D6D}"/>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7">
            <a:extLst>
              <a:ext uri="{FF2B5EF4-FFF2-40B4-BE49-F238E27FC236}">
                <a16:creationId xmlns:a16="http://schemas.microsoft.com/office/drawing/2014/main" id="{3A90453F-A9D5-4CFC-8F9E-953BA3AC6535}"/>
              </a:ext>
            </a:extLst>
          </p:cNvPr>
          <p:cNvSpPr>
            <a:spLocks noGrp="1" noChangeArrowheads="1"/>
          </p:cNvSpPr>
          <p:nvPr>
            <p:ph type="ftr" sz="quarter" idx="11"/>
          </p:nvPr>
        </p:nvSpPr>
        <p:spPr>
          <a:ln/>
        </p:spPr>
        <p:txBody>
          <a:bodyPr/>
          <a:lstStyle>
            <a:lvl1pPr>
              <a:defRPr/>
            </a:lvl1pPr>
          </a:lstStyle>
          <a:p>
            <a:pPr>
              <a:defRPr/>
            </a:pPr>
            <a:r>
              <a:rPr lang="en-US" altLang="en-US"/>
              <a:t>History of ANN</a:t>
            </a:r>
          </a:p>
        </p:txBody>
      </p:sp>
      <p:sp>
        <p:nvSpPr>
          <p:cNvPr id="6" name="Rectangle 8">
            <a:extLst>
              <a:ext uri="{FF2B5EF4-FFF2-40B4-BE49-F238E27FC236}">
                <a16:creationId xmlns:a16="http://schemas.microsoft.com/office/drawing/2014/main" id="{1A73A22D-B2EC-4CFF-847C-E9F6554574B1}"/>
              </a:ext>
            </a:extLst>
          </p:cNvPr>
          <p:cNvSpPr>
            <a:spLocks noGrp="1" noChangeArrowheads="1"/>
          </p:cNvSpPr>
          <p:nvPr>
            <p:ph type="sldNum" sz="quarter" idx="12"/>
          </p:nvPr>
        </p:nvSpPr>
        <p:spPr>
          <a:ln/>
        </p:spPr>
        <p:txBody>
          <a:bodyPr/>
          <a:lstStyle>
            <a:lvl1pPr>
              <a:defRPr/>
            </a:lvl1pPr>
          </a:lstStyle>
          <a:p>
            <a:pPr>
              <a:defRPr/>
            </a:pPr>
            <a:fld id="{96672317-DE08-4627-83BB-6064FEA462A5}" type="slidenum">
              <a:rPr lang="en-US" altLang="en-US"/>
              <a:pPr>
                <a:defRPr/>
              </a:pPr>
              <a:t>‹#›</a:t>
            </a:fld>
            <a:endParaRPr lang="en-US" altLang="en-US"/>
          </a:p>
        </p:txBody>
      </p:sp>
    </p:spTree>
    <p:extLst>
      <p:ext uri="{BB962C8B-B14F-4D97-AF65-F5344CB8AC3E}">
        <p14:creationId xmlns:p14="http://schemas.microsoft.com/office/powerpoint/2010/main" val="1446593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6">
            <a:extLst>
              <a:ext uri="{FF2B5EF4-FFF2-40B4-BE49-F238E27FC236}">
                <a16:creationId xmlns:a16="http://schemas.microsoft.com/office/drawing/2014/main" id="{41D009B8-D77D-4687-8057-A409AEEC490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7">
            <a:extLst>
              <a:ext uri="{FF2B5EF4-FFF2-40B4-BE49-F238E27FC236}">
                <a16:creationId xmlns:a16="http://schemas.microsoft.com/office/drawing/2014/main" id="{501D131A-0BB6-413B-8B5D-F3E703A162C7}"/>
              </a:ext>
            </a:extLst>
          </p:cNvPr>
          <p:cNvSpPr>
            <a:spLocks noGrp="1" noChangeArrowheads="1"/>
          </p:cNvSpPr>
          <p:nvPr>
            <p:ph type="ftr" sz="quarter" idx="11"/>
          </p:nvPr>
        </p:nvSpPr>
        <p:spPr>
          <a:ln/>
        </p:spPr>
        <p:txBody>
          <a:bodyPr/>
          <a:lstStyle>
            <a:lvl1pPr>
              <a:defRPr/>
            </a:lvl1pPr>
          </a:lstStyle>
          <a:p>
            <a:pPr>
              <a:defRPr/>
            </a:pPr>
            <a:r>
              <a:rPr lang="en-US" altLang="en-US"/>
              <a:t>History of ANN</a:t>
            </a:r>
          </a:p>
        </p:txBody>
      </p:sp>
      <p:sp>
        <p:nvSpPr>
          <p:cNvPr id="6" name="Rectangle 8">
            <a:extLst>
              <a:ext uri="{FF2B5EF4-FFF2-40B4-BE49-F238E27FC236}">
                <a16:creationId xmlns:a16="http://schemas.microsoft.com/office/drawing/2014/main" id="{4253C493-2272-48A2-9B8D-3A1DF5722245}"/>
              </a:ext>
            </a:extLst>
          </p:cNvPr>
          <p:cNvSpPr>
            <a:spLocks noGrp="1" noChangeArrowheads="1"/>
          </p:cNvSpPr>
          <p:nvPr>
            <p:ph type="sldNum" sz="quarter" idx="12"/>
          </p:nvPr>
        </p:nvSpPr>
        <p:spPr>
          <a:ln/>
        </p:spPr>
        <p:txBody>
          <a:bodyPr/>
          <a:lstStyle>
            <a:lvl1pPr>
              <a:defRPr/>
            </a:lvl1pPr>
          </a:lstStyle>
          <a:p>
            <a:pPr>
              <a:defRPr/>
            </a:pPr>
            <a:fld id="{F7317AF7-E335-4ABD-ACD7-30D724C97104}" type="slidenum">
              <a:rPr lang="en-US" altLang="en-US"/>
              <a:pPr>
                <a:defRPr/>
              </a:pPr>
              <a:t>‹#›</a:t>
            </a:fld>
            <a:endParaRPr lang="en-US" altLang="en-US"/>
          </a:p>
        </p:txBody>
      </p:sp>
    </p:spTree>
    <p:extLst>
      <p:ext uri="{BB962C8B-B14F-4D97-AF65-F5344CB8AC3E}">
        <p14:creationId xmlns:p14="http://schemas.microsoft.com/office/powerpoint/2010/main" val="1209223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6">
            <a:extLst>
              <a:ext uri="{FF2B5EF4-FFF2-40B4-BE49-F238E27FC236}">
                <a16:creationId xmlns:a16="http://schemas.microsoft.com/office/drawing/2014/main" id="{C96BFB6B-CCF0-4E18-B4DB-795F2B49320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7">
            <a:extLst>
              <a:ext uri="{FF2B5EF4-FFF2-40B4-BE49-F238E27FC236}">
                <a16:creationId xmlns:a16="http://schemas.microsoft.com/office/drawing/2014/main" id="{2E3BEC9C-65F8-4086-BFF9-5AB977724A25}"/>
              </a:ext>
            </a:extLst>
          </p:cNvPr>
          <p:cNvSpPr>
            <a:spLocks noGrp="1" noChangeArrowheads="1"/>
          </p:cNvSpPr>
          <p:nvPr>
            <p:ph type="ftr" sz="quarter" idx="11"/>
          </p:nvPr>
        </p:nvSpPr>
        <p:spPr>
          <a:ln/>
        </p:spPr>
        <p:txBody>
          <a:bodyPr/>
          <a:lstStyle>
            <a:lvl1pPr>
              <a:defRPr/>
            </a:lvl1pPr>
          </a:lstStyle>
          <a:p>
            <a:pPr>
              <a:defRPr/>
            </a:pPr>
            <a:r>
              <a:rPr lang="en-US" altLang="en-US"/>
              <a:t>History of ANN</a:t>
            </a:r>
          </a:p>
        </p:txBody>
      </p:sp>
      <p:sp>
        <p:nvSpPr>
          <p:cNvPr id="7" name="Rectangle 8">
            <a:extLst>
              <a:ext uri="{FF2B5EF4-FFF2-40B4-BE49-F238E27FC236}">
                <a16:creationId xmlns:a16="http://schemas.microsoft.com/office/drawing/2014/main" id="{51EF3053-C901-4E07-BF70-69B227485CDD}"/>
              </a:ext>
            </a:extLst>
          </p:cNvPr>
          <p:cNvSpPr>
            <a:spLocks noGrp="1" noChangeArrowheads="1"/>
          </p:cNvSpPr>
          <p:nvPr>
            <p:ph type="sldNum" sz="quarter" idx="12"/>
          </p:nvPr>
        </p:nvSpPr>
        <p:spPr>
          <a:ln/>
        </p:spPr>
        <p:txBody>
          <a:bodyPr/>
          <a:lstStyle>
            <a:lvl1pPr>
              <a:defRPr/>
            </a:lvl1pPr>
          </a:lstStyle>
          <a:p>
            <a:pPr>
              <a:defRPr/>
            </a:pPr>
            <a:fld id="{FCD75397-4E07-4E92-9024-F55DED0FF5D3}" type="slidenum">
              <a:rPr lang="en-US" altLang="en-US"/>
              <a:pPr>
                <a:defRPr/>
              </a:pPr>
              <a:t>‹#›</a:t>
            </a:fld>
            <a:endParaRPr lang="en-US" altLang="en-US"/>
          </a:p>
        </p:txBody>
      </p:sp>
    </p:spTree>
    <p:extLst>
      <p:ext uri="{BB962C8B-B14F-4D97-AF65-F5344CB8AC3E}">
        <p14:creationId xmlns:p14="http://schemas.microsoft.com/office/powerpoint/2010/main" val="28685391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6">
            <a:extLst>
              <a:ext uri="{FF2B5EF4-FFF2-40B4-BE49-F238E27FC236}">
                <a16:creationId xmlns:a16="http://schemas.microsoft.com/office/drawing/2014/main" id="{77715020-1864-4135-A92E-94E55868A7F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7">
            <a:extLst>
              <a:ext uri="{FF2B5EF4-FFF2-40B4-BE49-F238E27FC236}">
                <a16:creationId xmlns:a16="http://schemas.microsoft.com/office/drawing/2014/main" id="{8BA65C2B-3E88-42A5-A4AA-B093A4C1C75C}"/>
              </a:ext>
            </a:extLst>
          </p:cNvPr>
          <p:cNvSpPr>
            <a:spLocks noGrp="1" noChangeArrowheads="1"/>
          </p:cNvSpPr>
          <p:nvPr>
            <p:ph type="ftr" sz="quarter" idx="11"/>
          </p:nvPr>
        </p:nvSpPr>
        <p:spPr>
          <a:ln/>
        </p:spPr>
        <p:txBody>
          <a:bodyPr/>
          <a:lstStyle>
            <a:lvl1pPr>
              <a:defRPr/>
            </a:lvl1pPr>
          </a:lstStyle>
          <a:p>
            <a:pPr>
              <a:defRPr/>
            </a:pPr>
            <a:r>
              <a:rPr lang="en-US" altLang="en-US"/>
              <a:t>History of ANN</a:t>
            </a:r>
          </a:p>
        </p:txBody>
      </p:sp>
      <p:sp>
        <p:nvSpPr>
          <p:cNvPr id="9" name="Rectangle 8">
            <a:extLst>
              <a:ext uri="{FF2B5EF4-FFF2-40B4-BE49-F238E27FC236}">
                <a16:creationId xmlns:a16="http://schemas.microsoft.com/office/drawing/2014/main" id="{51C555D9-D1F0-4081-8F5F-E8BC3C0DA6C9}"/>
              </a:ext>
            </a:extLst>
          </p:cNvPr>
          <p:cNvSpPr>
            <a:spLocks noGrp="1" noChangeArrowheads="1"/>
          </p:cNvSpPr>
          <p:nvPr>
            <p:ph type="sldNum" sz="quarter" idx="12"/>
          </p:nvPr>
        </p:nvSpPr>
        <p:spPr>
          <a:ln/>
        </p:spPr>
        <p:txBody>
          <a:bodyPr/>
          <a:lstStyle>
            <a:lvl1pPr>
              <a:defRPr/>
            </a:lvl1pPr>
          </a:lstStyle>
          <a:p>
            <a:pPr>
              <a:defRPr/>
            </a:pPr>
            <a:fld id="{9A64C390-4508-4FE7-8CAB-6CD963CAFD8D}" type="slidenum">
              <a:rPr lang="en-US" altLang="en-US"/>
              <a:pPr>
                <a:defRPr/>
              </a:pPr>
              <a:t>‹#›</a:t>
            </a:fld>
            <a:endParaRPr lang="en-US" altLang="en-US"/>
          </a:p>
        </p:txBody>
      </p:sp>
    </p:spTree>
    <p:extLst>
      <p:ext uri="{BB962C8B-B14F-4D97-AF65-F5344CB8AC3E}">
        <p14:creationId xmlns:p14="http://schemas.microsoft.com/office/powerpoint/2010/main" val="1387544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6">
            <a:extLst>
              <a:ext uri="{FF2B5EF4-FFF2-40B4-BE49-F238E27FC236}">
                <a16:creationId xmlns:a16="http://schemas.microsoft.com/office/drawing/2014/main" id="{A0F8099F-32D2-43E2-A468-9D25BD98FA3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7">
            <a:extLst>
              <a:ext uri="{FF2B5EF4-FFF2-40B4-BE49-F238E27FC236}">
                <a16:creationId xmlns:a16="http://schemas.microsoft.com/office/drawing/2014/main" id="{AD651F53-21C8-4F74-9A46-C51586BC3388}"/>
              </a:ext>
            </a:extLst>
          </p:cNvPr>
          <p:cNvSpPr>
            <a:spLocks noGrp="1" noChangeArrowheads="1"/>
          </p:cNvSpPr>
          <p:nvPr>
            <p:ph type="ftr" sz="quarter" idx="11"/>
          </p:nvPr>
        </p:nvSpPr>
        <p:spPr>
          <a:ln/>
        </p:spPr>
        <p:txBody>
          <a:bodyPr/>
          <a:lstStyle>
            <a:lvl1pPr>
              <a:defRPr/>
            </a:lvl1pPr>
          </a:lstStyle>
          <a:p>
            <a:pPr>
              <a:defRPr/>
            </a:pPr>
            <a:r>
              <a:rPr lang="en-US" altLang="en-US"/>
              <a:t>History of ANN</a:t>
            </a:r>
          </a:p>
        </p:txBody>
      </p:sp>
      <p:sp>
        <p:nvSpPr>
          <p:cNvPr id="5" name="Rectangle 8">
            <a:extLst>
              <a:ext uri="{FF2B5EF4-FFF2-40B4-BE49-F238E27FC236}">
                <a16:creationId xmlns:a16="http://schemas.microsoft.com/office/drawing/2014/main" id="{0E75F485-E151-43ED-9121-AD843F3D5741}"/>
              </a:ext>
            </a:extLst>
          </p:cNvPr>
          <p:cNvSpPr>
            <a:spLocks noGrp="1" noChangeArrowheads="1"/>
          </p:cNvSpPr>
          <p:nvPr>
            <p:ph type="sldNum" sz="quarter" idx="12"/>
          </p:nvPr>
        </p:nvSpPr>
        <p:spPr>
          <a:ln/>
        </p:spPr>
        <p:txBody>
          <a:bodyPr/>
          <a:lstStyle>
            <a:lvl1pPr>
              <a:defRPr/>
            </a:lvl1pPr>
          </a:lstStyle>
          <a:p>
            <a:pPr>
              <a:defRPr/>
            </a:pPr>
            <a:fld id="{5B108F20-C84D-4DE1-A31F-DFB5BC0E06EB}" type="slidenum">
              <a:rPr lang="en-US" altLang="en-US"/>
              <a:pPr>
                <a:defRPr/>
              </a:pPr>
              <a:t>‹#›</a:t>
            </a:fld>
            <a:endParaRPr lang="en-US" altLang="en-US"/>
          </a:p>
        </p:txBody>
      </p:sp>
    </p:spTree>
    <p:extLst>
      <p:ext uri="{BB962C8B-B14F-4D97-AF65-F5344CB8AC3E}">
        <p14:creationId xmlns:p14="http://schemas.microsoft.com/office/powerpoint/2010/main" val="4023917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CB21A735-5A0E-4F17-BED1-70ECED5125D5}"/>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7">
            <a:extLst>
              <a:ext uri="{FF2B5EF4-FFF2-40B4-BE49-F238E27FC236}">
                <a16:creationId xmlns:a16="http://schemas.microsoft.com/office/drawing/2014/main" id="{F3F36FA5-A4EA-4DD2-A73A-670D7365D9C8}"/>
              </a:ext>
            </a:extLst>
          </p:cNvPr>
          <p:cNvSpPr>
            <a:spLocks noGrp="1" noChangeArrowheads="1"/>
          </p:cNvSpPr>
          <p:nvPr>
            <p:ph type="ftr" sz="quarter" idx="11"/>
          </p:nvPr>
        </p:nvSpPr>
        <p:spPr>
          <a:ln/>
        </p:spPr>
        <p:txBody>
          <a:bodyPr/>
          <a:lstStyle>
            <a:lvl1pPr>
              <a:defRPr/>
            </a:lvl1pPr>
          </a:lstStyle>
          <a:p>
            <a:pPr>
              <a:defRPr/>
            </a:pPr>
            <a:r>
              <a:rPr lang="en-US" altLang="en-US"/>
              <a:t>History of ANN</a:t>
            </a:r>
          </a:p>
        </p:txBody>
      </p:sp>
      <p:sp>
        <p:nvSpPr>
          <p:cNvPr id="4" name="Rectangle 8">
            <a:extLst>
              <a:ext uri="{FF2B5EF4-FFF2-40B4-BE49-F238E27FC236}">
                <a16:creationId xmlns:a16="http://schemas.microsoft.com/office/drawing/2014/main" id="{1C8A62FA-B41E-4585-9EED-E7D9EFD4BBB1}"/>
              </a:ext>
            </a:extLst>
          </p:cNvPr>
          <p:cNvSpPr>
            <a:spLocks noGrp="1" noChangeArrowheads="1"/>
          </p:cNvSpPr>
          <p:nvPr>
            <p:ph type="sldNum" sz="quarter" idx="12"/>
          </p:nvPr>
        </p:nvSpPr>
        <p:spPr>
          <a:ln/>
        </p:spPr>
        <p:txBody>
          <a:bodyPr/>
          <a:lstStyle>
            <a:lvl1pPr>
              <a:defRPr/>
            </a:lvl1pPr>
          </a:lstStyle>
          <a:p>
            <a:pPr>
              <a:defRPr/>
            </a:pPr>
            <a:fld id="{3773EDC7-102F-47E2-81FE-20082E375E08}" type="slidenum">
              <a:rPr lang="en-US" altLang="en-US"/>
              <a:pPr>
                <a:defRPr/>
              </a:pPr>
              <a:t>‹#›</a:t>
            </a:fld>
            <a:endParaRPr lang="en-US" altLang="en-US"/>
          </a:p>
        </p:txBody>
      </p:sp>
    </p:spTree>
    <p:extLst>
      <p:ext uri="{BB962C8B-B14F-4D97-AF65-F5344CB8AC3E}">
        <p14:creationId xmlns:p14="http://schemas.microsoft.com/office/powerpoint/2010/main" val="1119411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6">
            <a:extLst>
              <a:ext uri="{FF2B5EF4-FFF2-40B4-BE49-F238E27FC236}">
                <a16:creationId xmlns:a16="http://schemas.microsoft.com/office/drawing/2014/main" id="{EB9F5C89-F37B-4F6E-A625-DA188A5DCBA4}"/>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7">
            <a:extLst>
              <a:ext uri="{FF2B5EF4-FFF2-40B4-BE49-F238E27FC236}">
                <a16:creationId xmlns:a16="http://schemas.microsoft.com/office/drawing/2014/main" id="{A4FB3090-AD46-494B-9551-64DA64597265}"/>
              </a:ext>
            </a:extLst>
          </p:cNvPr>
          <p:cNvSpPr>
            <a:spLocks noGrp="1" noChangeArrowheads="1"/>
          </p:cNvSpPr>
          <p:nvPr>
            <p:ph type="ftr" sz="quarter" idx="11"/>
          </p:nvPr>
        </p:nvSpPr>
        <p:spPr>
          <a:ln/>
        </p:spPr>
        <p:txBody>
          <a:bodyPr/>
          <a:lstStyle>
            <a:lvl1pPr>
              <a:defRPr/>
            </a:lvl1pPr>
          </a:lstStyle>
          <a:p>
            <a:pPr>
              <a:defRPr/>
            </a:pPr>
            <a:r>
              <a:rPr lang="en-US" altLang="en-US"/>
              <a:t>History of ANN</a:t>
            </a:r>
          </a:p>
        </p:txBody>
      </p:sp>
      <p:sp>
        <p:nvSpPr>
          <p:cNvPr id="7" name="Rectangle 8">
            <a:extLst>
              <a:ext uri="{FF2B5EF4-FFF2-40B4-BE49-F238E27FC236}">
                <a16:creationId xmlns:a16="http://schemas.microsoft.com/office/drawing/2014/main" id="{B396E269-F789-4E23-B2CB-2CCC13C763A5}"/>
              </a:ext>
            </a:extLst>
          </p:cNvPr>
          <p:cNvSpPr>
            <a:spLocks noGrp="1" noChangeArrowheads="1"/>
          </p:cNvSpPr>
          <p:nvPr>
            <p:ph type="sldNum" sz="quarter" idx="12"/>
          </p:nvPr>
        </p:nvSpPr>
        <p:spPr>
          <a:ln/>
        </p:spPr>
        <p:txBody>
          <a:bodyPr/>
          <a:lstStyle>
            <a:lvl1pPr>
              <a:defRPr/>
            </a:lvl1pPr>
          </a:lstStyle>
          <a:p>
            <a:pPr>
              <a:defRPr/>
            </a:pPr>
            <a:fld id="{978C2E8F-AA52-4AF3-9E42-6EA8BBAF0DD6}" type="slidenum">
              <a:rPr lang="en-US" altLang="en-US"/>
              <a:pPr>
                <a:defRPr/>
              </a:pPr>
              <a:t>‹#›</a:t>
            </a:fld>
            <a:endParaRPr lang="en-US" altLang="en-US"/>
          </a:p>
        </p:txBody>
      </p:sp>
    </p:spTree>
    <p:extLst>
      <p:ext uri="{BB962C8B-B14F-4D97-AF65-F5344CB8AC3E}">
        <p14:creationId xmlns:p14="http://schemas.microsoft.com/office/powerpoint/2010/main" val="3323008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6">
            <a:extLst>
              <a:ext uri="{FF2B5EF4-FFF2-40B4-BE49-F238E27FC236}">
                <a16:creationId xmlns:a16="http://schemas.microsoft.com/office/drawing/2014/main" id="{C2733F34-173D-426E-832D-1F6368451D6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7">
            <a:extLst>
              <a:ext uri="{FF2B5EF4-FFF2-40B4-BE49-F238E27FC236}">
                <a16:creationId xmlns:a16="http://schemas.microsoft.com/office/drawing/2014/main" id="{0624AE16-FABB-457E-92E7-887FA4084A80}"/>
              </a:ext>
            </a:extLst>
          </p:cNvPr>
          <p:cNvSpPr>
            <a:spLocks noGrp="1" noChangeArrowheads="1"/>
          </p:cNvSpPr>
          <p:nvPr>
            <p:ph type="ftr" sz="quarter" idx="11"/>
          </p:nvPr>
        </p:nvSpPr>
        <p:spPr>
          <a:ln/>
        </p:spPr>
        <p:txBody>
          <a:bodyPr/>
          <a:lstStyle>
            <a:lvl1pPr>
              <a:defRPr/>
            </a:lvl1pPr>
          </a:lstStyle>
          <a:p>
            <a:pPr>
              <a:defRPr/>
            </a:pPr>
            <a:r>
              <a:rPr lang="en-US" altLang="en-US"/>
              <a:t>History of ANN</a:t>
            </a:r>
          </a:p>
        </p:txBody>
      </p:sp>
      <p:sp>
        <p:nvSpPr>
          <p:cNvPr id="7" name="Rectangle 8">
            <a:extLst>
              <a:ext uri="{FF2B5EF4-FFF2-40B4-BE49-F238E27FC236}">
                <a16:creationId xmlns:a16="http://schemas.microsoft.com/office/drawing/2014/main" id="{560606BD-5F5E-45F6-868E-8F9632DAEC83}"/>
              </a:ext>
            </a:extLst>
          </p:cNvPr>
          <p:cNvSpPr>
            <a:spLocks noGrp="1" noChangeArrowheads="1"/>
          </p:cNvSpPr>
          <p:nvPr>
            <p:ph type="sldNum" sz="quarter" idx="12"/>
          </p:nvPr>
        </p:nvSpPr>
        <p:spPr>
          <a:ln/>
        </p:spPr>
        <p:txBody>
          <a:bodyPr/>
          <a:lstStyle>
            <a:lvl1pPr>
              <a:defRPr/>
            </a:lvl1pPr>
          </a:lstStyle>
          <a:p>
            <a:pPr>
              <a:defRPr/>
            </a:pPr>
            <a:fld id="{A3D61DF5-3F0D-44F6-B291-B272C15AAFE9}" type="slidenum">
              <a:rPr lang="en-US" altLang="en-US"/>
              <a:pPr>
                <a:defRPr/>
              </a:pPr>
              <a:t>‹#›</a:t>
            </a:fld>
            <a:endParaRPr lang="en-US" altLang="en-US"/>
          </a:p>
        </p:txBody>
      </p:sp>
    </p:spTree>
    <p:extLst>
      <p:ext uri="{BB962C8B-B14F-4D97-AF65-F5344CB8AC3E}">
        <p14:creationId xmlns:p14="http://schemas.microsoft.com/office/powerpoint/2010/main" val="2626525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66DD26D7-F243-4C45-8785-97E26B6AC494}"/>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7">
            <a:extLst>
              <a:ext uri="{FF2B5EF4-FFF2-40B4-BE49-F238E27FC236}">
                <a16:creationId xmlns:a16="http://schemas.microsoft.com/office/drawing/2014/main" id="{B38F62B5-8888-49A1-BA45-F63458B48DE9}"/>
              </a:ext>
            </a:extLst>
          </p:cNvPr>
          <p:cNvSpPr>
            <a:spLocks noGrp="1" noChangeArrowheads="1"/>
          </p:cNvSpPr>
          <p:nvPr>
            <p:ph type="ftr" sz="quarter" idx="11"/>
          </p:nvPr>
        </p:nvSpPr>
        <p:spPr>
          <a:ln/>
        </p:spPr>
        <p:txBody>
          <a:bodyPr/>
          <a:lstStyle>
            <a:lvl1pPr>
              <a:defRPr/>
            </a:lvl1pPr>
          </a:lstStyle>
          <a:p>
            <a:pPr>
              <a:defRPr/>
            </a:pPr>
            <a:r>
              <a:rPr lang="en-US" altLang="en-US"/>
              <a:t>History of ANN</a:t>
            </a:r>
          </a:p>
        </p:txBody>
      </p:sp>
      <p:sp>
        <p:nvSpPr>
          <p:cNvPr id="6" name="Rectangle 8">
            <a:extLst>
              <a:ext uri="{FF2B5EF4-FFF2-40B4-BE49-F238E27FC236}">
                <a16:creationId xmlns:a16="http://schemas.microsoft.com/office/drawing/2014/main" id="{4433F8E2-67C4-4579-86BD-29E1B1B5EBC5}"/>
              </a:ext>
            </a:extLst>
          </p:cNvPr>
          <p:cNvSpPr>
            <a:spLocks noGrp="1" noChangeArrowheads="1"/>
          </p:cNvSpPr>
          <p:nvPr>
            <p:ph type="sldNum" sz="quarter" idx="12"/>
          </p:nvPr>
        </p:nvSpPr>
        <p:spPr>
          <a:ln/>
        </p:spPr>
        <p:txBody>
          <a:bodyPr/>
          <a:lstStyle>
            <a:lvl1pPr>
              <a:defRPr/>
            </a:lvl1pPr>
          </a:lstStyle>
          <a:p>
            <a:pPr>
              <a:defRPr/>
            </a:pPr>
            <a:fld id="{5DA7DF76-BC44-45D4-870B-37FF259C294A}" type="slidenum">
              <a:rPr lang="en-US" altLang="en-US"/>
              <a:pPr>
                <a:defRPr/>
              </a:pPr>
              <a:t>‹#›</a:t>
            </a:fld>
            <a:endParaRPr lang="en-US" altLang="en-US"/>
          </a:p>
        </p:txBody>
      </p:sp>
    </p:spTree>
    <p:extLst>
      <p:ext uri="{BB962C8B-B14F-4D97-AF65-F5344CB8AC3E}">
        <p14:creationId xmlns:p14="http://schemas.microsoft.com/office/powerpoint/2010/main" val="2695764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3B021954-09FF-4BFC-8EA9-821CDBF1466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7">
            <a:extLst>
              <a:ext uri="{FF2B5EF4-FFF2-40B4-BE49-F238E27FC236}">
                <a16:creationId xmlns:a16="http://schemas.microsoft.com/office/drawing/2014/main" id="{0B07D670-F593-4A39-A781-D8AD9D448662}"/>
              </a:ext>
            </a:extLst>
          </p:cNvPr>
          <p:cNvSpPr>
            <a:spLocks noGrp="1" noChangeArrowheads="1"/>
          </p:cNvSpPr>
          <p:nvPr>
            <p:ph type="ftr" sz="quarter" idx="11"/>
          </p:nvPr>
        </p:nvSpPr>
        <p:spPr>
          <a:ln/>
        </p:spPr>
        <p:txBody>
          <a:bodyPr/>
          <a:lstStyle>
            <a:lvl1pPr>
              <a:defRPr/>
            </a:lvl1pPr>
          </a:lstStyle>
          <a:p>
            <a:pPr>
              <a:defRPr/>
            </a:pPr>
            <a:r>
              <a:rPr lang="en-US" altLang="en-US"/>
              <a:t>History of ANN</a:t>
            </a:r>
          </a:p>
        </p:txBody>
      </p:sp>
      <p:sp>
        <p:nvSpPr>
          <p:cNvPr id="6" name="Rectangle 8">
            <a:extLst>
              <a:ext uri="{FF2B5EF4-FFF2-40B4-BE49-F238E27FC236}">
                <a16:creationId xmlns:a16="http://schemas.microsoft.com/office/drawing/2014/main" id="{386C1FA3-EB9C-4FDE-B06E-4A95DCEFC230}"/>
              </a:ext>
            </a:extLst>
          </p:cNvPr>
          <p:cNvSpPr>
            <a:spLocks noGrp="1" noChangeArrowheads="1"/>
          </p:cNvSpPr>
          <p:nvPr>
            <p:ph type="sldNum" sz="quarter" idx="12"/>
          </p:nvPr>
        </p:nvSpPr>
        <p:spPr>
          <a:ln/>
        </p:spPr>
        <p:txBody>
          <a:bodyPr/>
          <a:lstStyle>
            <a:lvl1pPr>
              <a:defRPr/>
            </a:lvl1pPr>
          </a:lstStyle>
          <a:p>
            <a:pPr>
              <a:defRPr/>
            </a:pPr>
            <a:fld id="{F516A96A-4BFE-46FB-B812-5B9662907A4A}" type="slidenum">
              <a:rPr lang="en-US" altLang="en-US"/>
              <a:pPr>
                <a:defRPr/>
              </a:pPr>
              <a:t>‹#›</a:t>
            </a:fld>
            <a:endParaRPr lang="en-US" altLang="en-US"/>
          </a:p>
        </p:txBody>
      </p:sp>
    </p:spTree>
    <p:extLst>
      <p:ext uri="{BB962C8B-B14F-4D97-AF65-F5344CB8AC3E}">
        <p14:creationId xmlns:p14="http://schemas.microsoft.com/office/powerpoint/2010/main" val="24765514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74AB3479-3DB7-418A-AFD7-959088388FC1}"/>
              </a:ext>
            </a:extLst>
          </p:cNvPr>
          <p:cNvGrpSpPr>
            <a:grpSpLocks/>
          </p:cNvGrpSpPr>
          <p:nvPr/>
        </p:nvGrpSpPr>
        <p:grpSpPr bwMode="auto">
          <a:xfrm>
            <a:off x="0" y="0"/>
            <a:ext cx="7823200" cy="6858000"/>
            <a:chOff x="0" y="0"/>
            <a:chExt cx="3696" cy="4320"/>
          </a:xfrm>
        </p:grpSpPr>
        <p:sp>
          <p:nvSpPr>
            <p:cNvPr id="5" name="Rectangle 3">
              <a:extLst>
                <a:ext uri="{FF2B5EF4-FFF2-40B4-BE49-F238E27FC236}">
                  <a16:creationId xmlns:a16="http://schemas.microsoft.com/office/drawing/2014/main" id="{7635B212-6E77-4F38-B3C7-3CEBF3995A2F}"/>
                </a:ext>
              </a:extLst>
            </p:cNvPr>
            <p:cNvSpPr>
              <a:spLocks noChangeArrowheads="1"/>
            </p:cNvSpPr>
            <p:nvPr/>
          </p:nvSpPr>
          <p:spPr bwMode="auto">
            <a:xfrm>
              <a:off x="0" y="0"/>
              <a:ext cx="2880" cy="4320"/>
            </a:xfrm>
            <a:prstGeom prst="rect">
              <a:avLst/>
            </a:prstGeom>
            <a:solidFill>
              <a:schemeClr val="accent2"/>
            </a:solidFill>
            <a:ln>
              <a:noFill/>
            </a:ln>
            <a:effectLst/>
          </p:spPr>
          <p:txBody>
            <a:bodyPr wrap="none" anchor="ctr"/>
            <a:lstStyle>
              <a:lvl1pPr>
                <a:defRPr kumimoji="1">
                  <a:solidFill>
                    <a:schemeClr val="tx1"/>
                  </a:solidFill>
                  <a:latin typeface="Arial" panose="020B0604020202020204" pitchFamily="34" charset="0"/>
                  <a:ea typeface="PMingLiU" panose="02020500000000000000" pitchFamily="18" charset="-120"/>
                </a:defRPr>
              </a:lvl1pPr>
              <a:lvl2pPr marL="742950" indent="-285750">
                <a:defRPr kumimoji="1">
                  <a:solidFill>
                    <a:schemeClr val="tx1"/>
                  </a:solidFill>
                  <a:latin typeface="Arial" panose="020B0604020202020204" pitchFamily="34" charset="0"/>
                  <a:ea typeface="PMingLiU" panose="02020500000000000000" pitchFamily="18" charset="-120"/>
                </a:defRPr>
              </a:lvl2pPr>
              <a:lvl3pPr marL="1143000" indent="-228600">
                <a:defRPr kumimoji="1">
                  <a:solidFill>
                    <a:schemeClr val="tx1"/>
                  </a:solidFill>
                  <a:latin typeface="Arial" panose="020B0604020202020204" pitchFamily="34" charset="0"/>
                  <a:ea typeface="PMingLiU" panose="02020500000000000000" pitchFamily="18" charset="-120"/>
                </a:defRPr>
              </a:lvl3pPr>
              <a:lvl4pPr marL="1600200" indent="-228600">
                <a:defRPr kumimoji="1">
                  <a:solidFill>
                    <a:schemeClr val="tx1"/>
                  </a:solidFill>
                  <a:latin typeface="Arial" panose="020B0604020202020204" pitchFamily="34" charset="0"/>
                  <a:ea typeface="PMingLiU" panose="02020500000000000000" pitchFamily="18" charset="-120"/>
                </a:defRPr>
              </a:lvl4pPr>
              <a:lvl5pPr marL="2057400" indent="-228600">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algn="ctr" eaLnBrk="1" hangingPunct="1">
                <a:defRPr/>
              </a:pPr>
              <a:endParaRPr lang="en-US" altLang="en-US" sz="2400">
                <a:latin typeface="Times New Roman" panose="02020603050405020304" pitchFamily="18" charset="0"/>
              </a:endParaRPr>
            </a:p>
          </p:txBody>
        </p:sp>
        <p:sp>
          <p:nvSpPr>
            <p:cNvPr id="6" name="AutoShape 4">
              <a:extLst>
                <a:ext uri="{FF2B5EF4-FFF2-40B4-BE49-F238E27FC236}">
                  <a16:creationId xmlns:a16="http://schemas.microsoft.com/office/drawing/2014/main" id="{69906DEC-0F40-4737-8D03-8ED1E4601EA8}"/>
                </a:ext>
              </a:extLst>
            </p:cNvPr>
            <p:cNvSpPr>
              <a:spLocks noChangeArrowheads="1"/>
            </p:cNvSpPr>
            <p:nvPr/>
          </p:nvSpPr>
          <p:spPr bwMode="white">
            <a:xfrm>
              <a:off x="432" y="624"/>
              <a:ext cx="3264" cy="1200"/>
            </a:xfrm>
            <a:prstGeom prst="roundRect">
              <a:avLst>
                <a:gd name="adj" fmla="val 50000"/>
              </a:avLst>
            </a:prstGeom>
            <a:solidFill>
              <a:schemeClr val="bg1"/>
            </a:solidFill>
            <a:ln>
              <a:noFill/>
            </a:ln>
            <a:effectLst/>
          </p:spPr>
          <p:txBody>
            <a:bodyPr wrap="none" anchor="ctr"/>
            <a:lstStyle>
              <a:lvl1pPr>
                <a:defRPr kumimoji="1">
                  <a:solidFill>
                    <a:schemeClr val="tx1"/>
                  </a:solidFill>
                  <a:latin typeface="Arial" panose="020B0604020202020204" pitchFamily="34" charset="0"/>
                  <a:ea typeface="PMingLiU" panose="02020500000000000000" pitchFamily="18" charset="-120"/>
                </a:defRPr>
              </a:lvl1pPr>
              <a:lvl2pPr marL="742950" indent="-285750">
                <a:defRPr kumimoji="1">
                  <a:solidFill>
                    <a:schemeClr val="tx1"/>
                  </a:solidFill>
                  <a:latin typeface="Arial" panose="020B0604020202020204" pitchFamily="34" charset="0"/>
                  <a:ea typeface="PMingLiU" panose="02020500000000000000" pitchFamily="18" charset="-120"/>
                </a:defRPr>
              </a:lvl2pPr>
              <a:lvl3pPr marL="1143000" indent="-228600">
                <a:defRPr kumimoji="1">
                  <a:solidFill>
                    <a:schemeClr val="tx1"/>
                  </a:solidFill>
                  <a:latin typeface="Arial" panose="020B0604020202020204" pitchFamily="34" charset="0"/>
                  <a:ea typeface="PMingLiU" panose="02020500000000000000" pitchFamily="18" charset="-120"/>
                </a:defRPr>
              </a:lvl3pPr>
              <a:lvl4pPr marL="1600200" indent="-228600">
                <a:defRPr kumimoji="1">
                  <a:solidFill>
                    <a:schemeClr val="tx1"/>
                  </a:solidFill>
                  <a:latin typeface="Arial" panose="020B0604020202020204" pitchFamily="34" charset="0"/>
                  <a:ea typeface="PMingLiU" panose="02020500000000000000" pitchFamily="18" charset="-120"/>
                </a:defRPr>
              </a:lvl4pPr>
              <a:lvl5pPr marL="2057400" indent="-228600">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algn="ctr" eaLnBrk="1" hangingPunct="1">
                <a:defRPr/>
              </a:pPr>
              <a:endParaRPr lang="en-US" altLang="en-US" sz="2400">
                <a:latin typeface="Times New Roman" panose="02020603050405020304" pitchFamily="18" charset="0"/>
              </a:endParaRPr>
            </a:p>
          </p:txBody>
        </p:sp>
      </p:grpSp>
      <p:grpSp>
        <p:nvGrpSpPr>
          <p:cNvPr id="7" name="Group 5">
            <a:extLst>
              <a:ext uri="{FF2B5EF4-FFF2-40B4-BE49-F238E27FC236}">
                <a16:creationId xmlns:a16="http://schemas.microsoft.com/office/drawing/2014/main" id="{D2571172-1A4A-4262-A498-0F81DC7A7634}"/>
              </a:ext>
            </a:extLst>
          </p:cNvPr>
          <p:cNvGrpSpPr>
            <a:grpSpLocks/>
          </p:cNvGrpSpPr>
          <p:nvPr/>
        </p:nvGrpSpPr>
        <p:grpSpPr bwMode="auto">
          <a:xfrm>
            <a:off x="4842933" y="4889500"/>
            <a:ext cx="6502400" cy="319088"/>
            <a:chOff x="2288" y="3080"/>
            <a:chExt cx="3072" cy="201"/>
          </a:xfrm>
        </p:grpSpPr>
        <p:sp>
          <p:nvSpPr>
            <p:cNvPr id="8" name="AutoShape 6">
              <a:extLst>
                <a:ext uri="{FF2B5EF4-FFF2-40B4-BE49-F238E27FC236}">
                  <a16:creationId xmlns:a16="http://schemas.microsoft.com/office/drawing/2014/main" id="{F5430138-6CA7-40DF-B212-D36B18B49C4C}"/>
                </a:ext>
              </a:extLst>
            </p:cNvPr>
            <p:cNvSpPr>
              <a:spLocks noChangeArrowheads="1"/>
            </p:cNvSpPr>
            <p:nvPr/>
          </p:nvSpPr>
          <p:spPr bwMode="auto">
            <a:xfrm flipH="1">
              <a:off x="2288" y="3080"/>
              <a:ext cx="2914" cy="200"/>
            </a:xfrm>
            <a:prstGeom prst="roundRect">
              <a:avLst>
                <a:gd name="adj" fmla="val 0"/>
              </a:avLst>
            </a:prstGeom>
            <a:solidFill>
              <a:schemeClr val="hlink"/>
            </a:solidFill>
            <a:ln>
              <a:noFill/>
            </a:ln>
            <a:effectLst/>
          </p:spPr>
          <p:txBody>
            <a:bodyPr wrap="none" anchor="ctr"/>
            <a:lstStyle>
              <a:lvl1pPr>
                <a:defRPr kumimoji="1">
                  <a:solidFill>
                    <a:schemeClr val="tx1"/>
                  </a:solidFill>
                  <a:latin typeface="Arial" panose="020B0604020202020204" pitchFamily="34" charset="0"/>
                  <a:ea typeface="PMingLiU" panose="02020500000000000000" pitchFamily="18" charset="-120"/>
                </a:defRPr>
              </a:lvl1pPr>
              <a:lvl2pPr marL="742950" indent="-285750">
                <a:defRPr kumimoji="1">
                  <a:solidFill>
                    <a:schemeClr val="tx1"/>
                  </a:solidFill>
                  <a:latin typeface="Arial" panose="020B0604020202020204" pitchFamily="34" charset="0"/>
                  <a:ea typeface="PMingLiU" panose="02020500000000000000" pitchFamily="18" charset="-120"/>
                </a:defRPr>
              </a:lvl2pPr>
              <a:lvl3pPr marL="1143000" indent="-228600">
                <a:defRPr kumimoji="1">
                  <a:solidFill>
                    <a:schemeClr val="tx1"/>
                  </a:solidFill>
                  <a:latin typeface="Arial" panose="020B0604020202020204" pitchFamily="34" charset="0"/>
                  <a:ea typeface="PMingLiU" panose="02020500000000000000" pitchFamily="18" charset="-120"/>
                </a:defRPr>
              </a:lvl3pPr>
              <a:lvl4pPr marL="1600200" indent="-228600">
                <a:defRPr kumimoji="1">
                  <a:solidFill>
                    <a:schemeClr val="tx1"/>
                  </a:solidFill>
                  <a:latin typeface="Arial" panose="020B0604020202020204" pitchFamily="34" charset="0"/>
                  <a:ea typeface="PMingLiU" panose="02020500000000000000" pitchFamily="18" charset="-120"/>
                </a:defRPr>
              </a:lvl4pPr>
              <a:lvl5pPr marL="2057400" indent="-228600">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eaLnBrk="1" hangingPunct="1">
                <a:defRPr/>
              </a:pPr>
              <a:endParaRPr lang="en-IN" altLang="en-US" sz="1800"/>
            </a:p>
          </p:txBody>
        </p:sp>
        <p:sp>
          <p:nvSpPr>
            <p:cNvPr id="9" name="AutoShape 7">
              <a:extLst>
                <a:ext uri="{FF2B5EF4-FFF2-40B4-BE49-F238E27FC236}">
                  <a16:creationId xmlns:a16="http://schemas.microsoft.com/office/drawing/2014/main" id="{A1424726-28E2-4D4E-A8B1-BAC589020DB8}"/>
                </a:ext>
              </a:extLst>
            </p:cNvPr>
            <p:cNvSpPr>
              <a:spLocks noChangeArrowheads="1"/>
            </p:cNvSpPr>
            <p:nvPr/>
          </p:nvSpPr>
          <p:spPr bwMode="auto">
            <a:xfrm>
              <a:off x="5196" y="3080"/>
              <a:ext cx="164" cy="201"/>
            </a:xfrm>
            <a:prstGeom prst="flowChartDelay">
              <a:avLst/>
            </a:prstGeom>
            <a:solidFill>
              <a:schemeClr val="hlink"/>
            </a:solidFill>
            <a:ln>
              <a:noFill/>
            </a:ln>
            <a:effectLst/>
          </p:spPr>
          <p:txBody>
            <a:bodyPr wrap="none" anchor="ctr"/>
            <a:lstStyle>
              <a:lvl1pPr>
                <a:defRPr kumimoji="1">
                  <a:solidFill>
                    <a:schemeClr val="tx1"/>
                  </a:solidFill>
                  <a:latin typeface="Arial" panose="020B0604020202020204" pitchFamily="34" charset="0"/>
                  <a:ea typeface="PMingLiU" panose="02020500000000000000" pitchFamily="18" charset="-120"/>
                </a:defRPr>
              </a:lvl1pPr>
              <a:lvl2pPr marL="742950" indent="-285750">
                <a:defRPr kumimoji="1">
                  <a:solidFill>
                    <a:schemeClr val="tx1"/>
                  </a:solidFill>
                  <a:latin typeface="Arial" panose="020B0604020202020204" pitchFamily="34" charset="0"/>
                  <a:ea typeface="PMingLiU" panose="02020500000000000000" pitchFamily="18" charset="-120"/>
                </a:defRPr>
              </a:lvl2pPr>
              <a:lvl3pPr marL="1143000" indent="-228600">
                <a:defRPr kumimoji="1">
                  <a:solidFill>
                    <a:schemeClr val="tx1"/>
                  </a:solidFill>
                  <a:latin typeface="Arial" panose="020B0604020202020204" pitchFamily="34" charset="0"/>
                  <a:ea typeface="PMingLiU" panose="02020500000000000000" pitchFamily="18" charset="-120"/>
                </a:defRPr>
              </a:lvl3pPr>
              <a:lvl4pPr marL="1600200" indent="-228600">
                <a:defRPr kumimoji="1">
                  <a:solidFill>
                    <a:schemeClr val="tx1"/>
                  </a:solidFill>
                  <a:latin typeface="Arial" panose="020B0604020202020204" pitchFamily="34" charset="0"/>
                  <a:ea typeface="PMingLiU" panose="02020500000000000000" pitchFamily="18" charset="-120"/>
                </a:defRPr>
              </a:lvl4pPr>
              <a:lvl5pPr marL="2057400" indent="-228600">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eaLnBrk="1" hangingPunct="1">
                <a:defRPr/>
              </a:pPr>
              <a:endParaRPr lang="en-IN" altLang="en-US" sz="1800"/>
            </a:p>
          </p:txBody>
        </p:sp>
      </p:grpSp>
      <p:sp>
        <p:nvSpPr>
          <p:cNvPr id="5128" name="Rectangle 8"/>
          <p:cNvSpPr>
            <a:spLocks noGrp="1" noChangeArrowheads="1"/>
          </p:cNvSpPr>
          <p:nvPr>
            <p:ph type="subTitle" idx="1"/>
          </p:nvPr>
        </p:nvSpPr>
        <p:spPr>
          <a:xfrm>
            <a:off x="6231467" y="2927350"/>
            <a:ext cx="5350933" cy="1822450"/>
          </a:xfrm>
        </p:spPr>
        <p:txBody>
          <a:bodyPr anchor="b"/>
          <a:lstStyle>
            <a:lvl1pPr marL="0" indent="0">
              <a:buFont typeface="Wingdings" panose="05000000000000000000" pitchFamily="2" charset="2"/>
              <a:buNone/>
              <a:defRPr>
                <a:solidFill>
                  <a:schemeClr val="tx2"/>
                </a:solidFill>
              </a:defRPr>
            </a:lvl1pPr>
          </a:lstStyle>
          <a:p>
            <a:pPr lvl="0"/>
            <a:r>
              <a:rPr lang="zh-TW" altLang="en-US" noProof="0"/>
              <a:t>按一下以編輯母片副標題樣式</a:t>
            </a:r>
          </a:p>
        </p:txBody>
      </p:sp>
      <p:sp>
        <p:nvSpPr>
          <p:cNvPr id="5132" name="AutoShape 12"/>
          <p:cNvSpPr>
            <a:spLocks noGrp="1" noChangeArrowheads="1"/>
          </p:cNvSpPr>
          <p:nvPr>
            <p:ph type="ctrTitle" sz="quarter"/>
          </p:nvPr>
        </p:nvSpPr>
        <p:spPr>
          <a:xfrm>
            <a:off x="914400" y="990600"/>
            <a:ext cx="10972800" cy="1905000"/>
          </a:xfrm>
          <a:prstGeom prst="roundRect">
            <a:avLst>
              <a:gd name="adj" fmla="val 50000"/>
            </a:avLst>
          </a:prstGeom>
        </p:spPr>
        <p:txBody>
          <a:bodyPr anchor="ctr"/>
          <a:lstStyle>
            <a:lvl1pPr algn="ctr">
              <a:defRPr>
                <a:solidFill>
                  <a:schemeClr val="tx1"/>
                </a:solidFill>
              </a:defRPr>
            </a:lvl1pPr>
          </a:lstStyle>
          <a:p>
            <a:pPr lvl="0"/>
            <a:r>
              <a:rPr lang="zh-TW" altLang="en-US" noProof="0"/>
              <a:t>按一下以編輯母片標題樣式</a:t>
            </a:r>
          </a:p>
        </p:txBody>
      </p:sp>
      <p:sp>
        <p:nvSpPr>
          <p:cNvPr id="10" name="Date Placeholder 9">
            <a:extLst>
              <a:ext uri="{FF2B5EF4-FFF2-40B4-BE49-F238E27FC236}">
                <a16:creationId xmlns:a16="http://schemas.microsoft.com/office/drawing/2014/main" id="{1D6F9D48-02C2-4E27-96C2-5784C415C256}"/>
              </a:ext>
            </a:extLst>
          </p:cNvPr>
          <p:cNvSpPr>
            <a:spLocks noGrp="1" noChangeArrowheads="1"/>
          </p:cNvSpPr>
          <p:nvPr>
            <p:ph type="dt" sz="quarter" idx="10"/>
          </p:nvPr>
        </p:nvSpPr>
        <p:spPr/>
        <p:txBody>
          <a:bodyPr/>
          <a:lstStyle>
            <a:lvl1pPr>
              <a:defRPr>
                <a:solidFill>
                  <a:schemeClr val="bg1"/>
                </a:solidFill>
              </a:defRPr>
            </a:lvl1pPr>
          </a:lstStyle>
          <a:p>
            <a:pPr>
              <a:defRPr/>
            </a:pPr>
            <a:endParaRPr lang="en-US" altLang="zh-TW"/>
          </a:p>
        </p:txBody>
      </p:sp>
      <p:sp>
        <p:nvSpPr>
          <p:cNvPr id="11" name="Footer Placeholder 10">
            <a:extLst>
              <a:ext uri="{FF2B5EF4-FFF2-40B4-BE49-F238E27FC236}">
                <a16:creationId xmlns:a16="http://schemas.microsoft.com/office/drawing/2014/main" id="{78C73747-E9F0-4323-A3AB-2B7D299E697E}"/>
              </a:ext>
            </a:extLst>
          </p:cNvPr>
          <p:cNvSpPr>
            <a:spLocks noGrp="1" noChangeArrowheads="1"/>
          </p:cNvSpPr>
          <p:nvPr>
            <p:ph type="ftr" sz="quarter" idx="11"/>
          </p:nvPr>
        </p:nvSpPr>
        <p:spPr/>
        <p:txBody>
          <a:bodyPr/>
          <a:lstStyle>
            <a:lvl1pPr algn="r">
              <a:defRPr/>
            </a:lvl1pPr>
          </a:lstStyle>
          <a:p>
            <a:pPr>
              <a:defRPr/>
            </a:pPr>
            <a:endParaRPr lang="en-US" altLang="zh-TW"/>
          </a:p>
        </p:txBody>
      </p:sp>
      <p:sp>
        <p:nvSpPr>
          <p:cNvPr id="12" name="Slide Number Placeholder 11">
            <a:extLst>
              <a:ext uri="{FF2B5EF4-FFF2-40B4-BE49-F238E27FC236}">
                <a16:creationId xmlns:a16="http://schemas.microsoft.com/office/drawing/2014/main" id="{A8A4A43C-0786-4427-AB01-4B8249512846}"/>
              </a:ext>
            </a:extLst>
          </p:cNvPr>
          <p:cNvSpPr>
            <a:spLocks noGrp="1" noChangeArrowheads="1"/>
          </p:cNvSpPr>
          <p:nvPr>
            <p:ph type="sldNum" sz="quarter" idx="12"/>
          </p:nvPr>
        </p:nvSpPr>
        <p:spPr>
          <a:xfrm>
            <a:off x="101601" y="6248400"/>
            <a:ext cx="783167" cy="488950"/>
          </a:xfrm>
        </p:spPr>
        <p:txBody>
          <a:bodyPr anchorCtr="0"/>
          <a:lstStyle>
            <a:lvl1pPr>
              <a:defRPr/>
            </a:lvl1pPr>
          </a:lstStyle>
          <a:p>
            <a:pPr>
              <a:defRPr/>
            </a:pPr>
            <a:fld id="{4C6BED7D-1767-44D3-AA3E-05C846AC4F5C}" type="slidenum">
              <a:rPr lang="en-US" altLang="zh-TW"/>
              <a:pPr>
                <a:defRPr/>
              </a:pPr>
              <a:t>‹#›</a:t>
            </a:fld>
            <a:endParaRPr lang="en-US" altLang="zh-TW"/>
          </a:p>
        </p:txBody>
      </p:sp>
    </p:spTree>
    <p:extLst>
      <p:ext uri="{BB962C8B-B14F-4D97-AF65-F5344CB8AC3E}">
        <p14:creationId xmlns:p14="http://schemas.microsoft.com/office/powerpoint/2010/main" val="15086734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1">
            <a:extLst>
              <a:ext uri="{FF2B5EF4-FFF2-40B4-BE49-F238E27FC236}">
                <a16:creationId xmlns:a16="http://schemas.microsoft.com/office/drawing/2014/main" id="{A793D05F-9E64-4515-976A-77D9EA5F3E1C}"/>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12">
            <a:extLst>
              <a:ext uri="{FF2B5EF4-FFF2-40B4-BE49-F238E27FC236}">
                <a16:creationId xmlns:a16="http://schemas.microsoft.com/office/drawing/2014/main" id="{54AE1D28-C73E-4BB8-96E2-F25326663A4F}"/>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13">
            <a:extLst>
              <a:ext uri="{FF2B5EF4-FFF2-40B4-BE49-F238E27FC236}">
                <a16:creationId xmlns:a16="http://schemas.microsoft.com/office/drawing/2014/main" id="{E0B27634-ADBC-4B18-8EB1-9A0225F2165E}"/>
              </a:ext>
            </a:extLst>
          </p:cNvPr>
          <p:cNvSpPr>
            <a:spLocks noGrp="1" noChangeArrowheads="1"/>
          </p:cNvSpPr>
          <p:nvPr>
            <p:ph type="sldNum" sz="quarter" idx="12"/>
          </p:nvPr>
        </p:nvSpPr>
        <p:spPr>
          <a:ln/>
        </p:spPr>
        <p:txBody>
          <a:bodyPr/>
          <a:lstStyle>
            <a:lvl1pPr>
              <a:defRPr/>
            </a:lvl1pPr>
          </a:lstStyle>
          <a:p>
            <a:pPr>
              <a:defRPr/>
            </a:pPr>
            <a:fld id="{9AD681D7-8A59-4380-9311-10B86FF921AA}" type="slidenum">
              <a:rPr lang="en-US" altLang="zh-TW"/>
              <a:pPr>
                <a:defRPr/>
              </a:pPr>
              <a:t>‹#›</a:t>
            </a:fld>
            <a:endParaRPr lang="en-US" altLang="zh-TW"/>
          </a:p>
        </p:txBody>
      </p:sp>
    </p:spTree>
    <p:extLst>
      <p:ext uri="{BB962C8B-B14F-4D97-AF65-F5344CB8AC3E}">
        <p14:creationId xmlns:p14="http://schemas.microsoft.com/office/powerpoint/2010/main" val="11522067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11">
            <a:extLst>
              <a:ext uri="{FF2B5EF4-FFF2-40B4-BE49-F238E27FC236}">
                <a16:creationId xmlns:a16="http://schemas.microsoft.com/office/drawing/2014/main" id="{87B6B44E-3933-4F5D-B950-C0CF90FDB3DC}"/>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12">
            <a:extLst>
              <a:ext uri="{FF2B5EF4-FFF2-40B4-BE49-F238E27FC236}">
                <a16:creationId xmlns:a16="http://schemas.microsoft.com/office/drawing/2014/main" id="{F8BA037F-B5F4-41BB-9518-6D65F8133BD9}"/>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13">
            <a:extLst>
              <a:ext uri="{FF2B5EF4-FFF2-40B4-BE49-F238E27FC236}">
                <a16:creationId xmlns:a16="http://schemas.microsoft.com/office/drawing/2014/main" id="{55919052-59BB-42E8-97F2-40CCA44AA4AA}"/>
              </a:ext>
            </a:extLst>
          </p:cNvPr>
          <p:cNvSpPr>
            <a:spLocks noGrp="1" noChangeArrowheads="1"/>
          </p:cNvSpPr>
          <p:nvPr>
            <p:ph type="sldNum" sz="quarter" idx="12"/>
          </p:nvPr>
        </p:nvSpPr>
        <p:spPr>
          <a:ln/>
        </p:spPr>
        <p:txBody>
          <a:bodyPr/>
          <a:lstStyle>
            <a:lvl1pPr>
              <a:defRPr/>
            </a:lvl1pPr>
          </a:lstStyle>
          <a:p>
            <a:pPr>
              <a:defRPr/>
            </a:pPr>
            <a:fld id="{6AA599C2-4A57-4DB1-8B81-9F280CC1F027}" type="slidenum">
              <a:rPr lang="en-US" altLang="zh-TW"/>
              <a:pPr>
                <a:defRPr/>
              </a:pPr>
              <a:t>‹#›</a:t>
            </a:fld>
            <a:endParaRPr lang="en-US" altLang="zh-TW"/>
          </a:p>
        </p:txBody>
      </p:sp>
    </p:spTree>
    <p:extLst>
      <p:ext uri="{BB962C8B-B14F-4D97-AF65-F5344CB8AC3E}">
        <p14:creationId xmlns:p14="http://schemas.microsoft.com/office/powerpoint/2010/main" val="7478533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1117601" y="2362201"/>
            <a:ext cx="5027084"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347884" y="2362201"/>
            <a:ext cx="5027083"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11">
            <a:extLst>
              <a:ext uri="{FF2B5EF4-FFF2-40B4-BE49-F238E27FC236}">
                <a16:creationId xmlns:a16="http://schemas.microsoft.com/office/drawing/2014/main" id="{5A5A9AFD-C05B-4434-9307-FC4756B6F20E}"/>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12">
            <a:extLst>
              <a:ext uri="{FF2B5EF4-FFF2-40B4-BE49-F238E27FC236}">
                <a16:creationId xmlns:a16="http://schemas.microsoft.com/office/drawing/2014/main" id="{7A72D88D-957F-4C96-BDAE-74BB70FBF12E}"/>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13">
            <a:extLst>
              <a:ext uri="{FF2B5EF4-FFF2-40B4-BE49-F238E27FC236}">
                <a16:creationId xmlns:a16="http://schemas.microsoft.com/office/drawing/2014/main" id="{E8A471C8-A66D-4D2C-B946-3F750B7C0FAD}"/>
              </a:ext>
            </a:extLst>
          </p:cNvPr>
          <p:cNvSpPr>
            <a:spLocks noGrp="1" noChangeArrowheads="1"/>
          </p:cNvSpPr>
          <p:nvPr>
            <p:ph type="sldNum" sz="quarter" idx="12"/>
          </p:nvPr>
        </p:nvSpPr>
        <p:spPr>
          <a:ln/>
        </p:spPr>
        <p:txBody>
          <a:bodyPr/>
          <a:lstStyle>
            <a:lvl1pPr>
              <a:defRPr/>
            </a:lvl1pPr>
          </a:lstStyle>
          <a:p>
            <a:pPr>
              <a:defRPr/>
            </a:pPr>
            <a:fld id="{A1B8251C-95A8-4A42-9400-89CE2D964904}" type="slidenum">
              <a:rPr lang="en-US" altLang="zh-TW"/>
              <a:pPr>
                <a:defRPr/>
              </a:pPr>
              <a:t>‹#›</a:t>
            </a:fld>
            <a:endParaRPr lang="en-US" altLang="zh-TW"/>
          </a:p>
        </p:txBody>
      </p:sp>
    </p:spTree>
    <p:extLst>
      <p:ext uri="{BB962C8B-B14F-4D97-AF65-F5344CB8AC3E}">
        <p14:creationId xmlns:p14="http://schemas.microsoft.com/office/powerpoint/2010/main" val="33095411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11">
            <a:extLst>
              <a:ext uri="{FF2B5EF4-FFF2-40B4-BE49-F238E27FC236}">
                <a16:creationId xmlns:a16="http://schemas.microsoft.com/office/drawing/2014/main" id="{CDEBBA31-0202-469D-B684-3858FC350B52}"/>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8" name="Rectangle 12">
            <a:extLst>
              <a:ext uri="{FF2B5EF4-FFF2-40B4-BE49-F238E27FC236}">
                <a16:creationId xmlns:a16="http://schemas.microsoft.com/office/drawing/2014/main" id="{700944E0-3E58-47CB-BA52-608763127880}"/>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9" name="Rectangle 13">
            <a:extLst>
              <a:ext uri="{FF2B5EF4-FFF2-40B4-BE49-F238E27FC236}">
                <a16:creationId xmlns:a16="http://schemas.microsoft.com/office/drawing/2014/main" id="{CF4E96D4-EE29-4920-BD06-C423C4833DD6}"/>
              </a:ext>
            </a:extLst>
          </p:cNvPr>
          <p:cNvSpPr>
            <a:spLocks noGrp="1" noChangeArrowheads="1"/>
          </p:cNvSpPr>
          <p:nvPr>
            <p:ph type="sldNum" sz="quarter" idx="12"/>
          </p:nvPr>
        </p:nvSpPr>
        <p:spPr>
          <a:ln/>
        </p:spPr>
        <p:txBody>
          <a:bodyPr/>
          <a:lstStyle>
            <a:lvl1pPr>
              <a:defRPr/>
            </a:lvl1pPr>
          </a:lstStyle>
          <a:p>
            <a:pPr>
              <a:defRPr/>
            </a:pPr>
            <a:fld id="{4EBB1A02-0FB4-4B70-8BD6-F77A72070611}" type="slidenum">
              <a:rPr lang="en-US" altLang="zh-TW"/>
              <a:pPr>
                <a:defRPr/>
              </a:pPr>
              <a:t>‹#›</a:t>
            </a:fld>
            <a:endParaRPr lang="en-US" altLang="zh-TW"/>
          </a:p>
        </p:txBody>
      </p:sp>
    </p:spTree>
    <p:extLst>
      <p:ext uri="{BB962C8B-B14F-4D97-AF65-F5344CB8AC3E}">
        <p14:creationId xmlns:p14="http://schemas.microsoft.com/office/powerpoint/2010/main" val="20950539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11">
            <a:extLst>
              <a:ext uri="{FF2B5EF4-FFF2-40B4-BE49-F238E27FC236}">
                <a16:creationId xmlns:a16="http://schemas.microsoft.com/office/drawing/2014/main" id="{720C0F30-408C-4F81-8075-B3579D169BE5}"/>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4" name="Rectangle 12">
            <a:extLst>
              <a:ext uri="{FF2B5EF4-FFF2-40B4-BE49-F238E27FC236}">
                <a16:creationId xmlns:a16="http://schemas.microsoft.com/office/drawing/2014/main" id="{B325A890-1232-4BEC-AAD7-0EC3959501B4}"/>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5" name="Rectangle 13">
            <a:extLst>
              <a:ext uri="{FF2B5EF4-FFF2-40B4-BE49-F238E27FC236}">
                <a16:creationId xmlns:a16="http://schemas.microsoft.com/office/drawing/2014/main" id="{7030B279-F839-4297-AB4D-3537F312222A}"/>
              </a:ext>
            </a:extLst>
          </p:cNvPr>
          <p:cNvSpPr>
            <a:spLocks noGrp="1" noChangeArrowheads="1"/>
          </p:cNvSpPr>
          <p:nvPr>
            <p:ph type="sldNum" sz="quarter" idx="12"/>
          </p:nvPr>
        </p:nvSpPr>
        <p:spPr>
          <a:ln/>
        </p:spPr>
        <p:txBody>
          <a:bodyPr/>
          <a:lstStyle>
            <a:lvl1pPr>
              <a:defRPr/>
            </a:lvl1pPr>
          </a:lstStyle>
          <a:p>
            <a:pPr>
              <a:defRPr/>
            </a:pPr>
            <a:fld id="{5E6F4E6D-4432-4193-818F-C4E21AA2E2B6}" type="slidenum">
              <a:rPr lang="en-US" altLang="zh-TW"/>
              <a:pPr>
                <a:defRPr/>
              </a:pPr>
              <a:t>‹#›</a:t>
            </a:fld>
            <a:endParaRPr lang="en-US" altLang="zh-TW"/>
          </a:p>
        </p:txBody>
      </p:sp>
    </p:spTree>
    <p:extLst>
      <p:ext uri="{BB962C8B-B14F-4D97-AF65-F5344CB8AC3E}">
        <p14:creationId xmlns:p14="http://schemas.microsoft.com/office/powerpoint/2010/main" val="24158387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AEE868EA-364F-4E5F-8679-849854B78456}"/>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3" name="Rectangle 12">
            <a:extLst>
              <a:ext uri="{FF2B5EF4-FFF2-40B4-BE49-F238E27FC236}">
                <a16:creationId xmlns:a16="http://schemas.microsoft.com/office/drawing/2014/main" id="{0178FDEB-9C2C-4CEC-A95D-9592A9BF6FD1}"/>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4" name="Rectangle 13">
            <a:extLst>
              <a:ext uri="{FF2B5EF4-FFF2-40B4-BE49-F238E27FC236}">
                <a16:creationId xmlns:a16="http://schemas.microsoft.com/office/drawing/2014/main" id="{ABEE68DC-A9D9-4EB4-870D-AB7119C27E5B}"/>
              </a:ext>
            </a:extLst>
          </p:cNvPr>
          <p:cNvSpPr>
            <a:spLocks noGrp="1" noChangeArrowheads="1"/>
          </p:cNvSpPr>
          <p:nvPr>
            <p:ph type="sldNum" sz="quarter" idx="12"/>
          </p:nvPr>
        </p:nvSpPr>
        <p:spPr>
          <a:ln/>
        </p:spPr>
        <p:txBody>
          <a:bodyPr/>
          <a:lstStyle>
            <a:lvl1pPr>
              <a:defRPr/>
            </a:lvl1pPr>
          </a:lstStyle>
          <a:p>
            <a:pPr>
              <a:defRPr/>
            </a:pPr>
            <a:fld id="{FB5D1685-1E77-4490-9738-CE130DCABD3C}" type="slidenum">
              <a:rPr lang="en-US" altLang="zh-TW"/>
              <a:pPr>
                <a:defRPr/>
              </a:pPr>
              <a:t>‹#›</a:t>
            </a:fld>
            <a:endParaRPr lang="en-US" altLang="zh-TW"/>
          </a:p>
        </p:txBody>
      </p:sp>
    </p:spTree>
    <p:extLst>
      <p:ext uri="{BB962C8B-B14F-4D97-AF65-F5344CB8AC3E}">
        <p14:creationId xmlns:p14="http://schemas.microsoft.com/office/powerpoint/2010/main" val="31400574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11">
            <a:extLst>
              <a:ext uri="{FF2B5EF4-FFF2-40B4-BE49-F238E27FC236}">
                <a16:creationId xmlns:a16="http://schemas.microsoft.com/office/drawing/2014/main" id="{C9D708E2-0303-4498-8CF1-6169EE854865}"/>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12">
            <a:extLst>
              <a:ext uri="{FF2B5EF4-FFF2-40B4-BE49-F238E27FC236}">
                <a16:creationId xmlns:a16="http://schemas.microsoft.com/office/drawing/2014/main" id="{4FA2897C-1C40-4EC5-9790-F41F6B6FEB38}"/>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13">
            <a:extLst>
              <a:ext uri="{FF2B5EF4-FFF2-40B4-BE49-F238E27FC236}">
                <a16:creationId xmlns:a16="http://schemas.microsoft.com/office/drawing/2014/main" id="{E8DD65CC-DFCF-4E65-B196-174D51BED0AF}"/>
              </a:ext>
            </a:extLst>
          </p:cNvPr>
          <p:cNvSpPr>
            <a:spLocks noGrp="1" noChangeArrowheads="1"/>
          </p:cNvSpPr>
          <p:nvPr>
            <p:ph type="sldNum" sz="quarter" idx="12"/>
          </p:nvPr>
        </p:nvSpPr>
        <p:spPr>
          <a:ln/>
        </p:spPr>
        <p:txBody>
          <a:bodyPr/>
          <a:lstStyle>
            <a:lvl1pPr>
              <a:defRPr/>
            </a:lvl1pPr>
          </a:lstStyle>
          <a:p>
            <a:pPr>
              <a:defRPr/>
            </a:pPr>
            <a:fld id="{D37888BC-E7AB-4CA8-8579-72E2C022E23A}" type="slidenum">
              <a:rPr lang="en-US" altLang="zh-TW"/>
              <a:pPr>
                <a:defRPr/>
              </a:pPr>
              <a:t>‹#›</a:t>
            </a:fld>
            <a:endParaRPr lang="en-US" altLang="zh-TW"/>
          </a:p>
        </p:txBody>
      </p:sp>
    </p:spTree>
    <p:extLst>
      <p:ext uri="{BB962C8B-B14F-4D97-AF65-F5344CB8AC3E}">
        <p14:creationId xmlns:p14="http://schemas.microsoft.com/office/powerpoint/2010/main" val="35159561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11">
            <a:extLst>
              <a:ext uri="{FF2B5EF4-FFF2-40B4-BE49-F238E27FC236}">
                <a16:creationId xmlns:a16="http://schemas.microsoft.com/office/drawing/2014/main" id="{187C2654-EF72-465B-BCB7-7F2A13734171}"/>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12">
            <a:extLst>
              <a:ext uri="{FF2B5EF4-FFF2-40B4-BE49-F238E27FC236}">
                <a16:creationId xmlns:a16="http://schemas.microsoft.com/office/drawing/2014/main" id="{715BDFD4-AC59-41E9-9F8C-F83382533CC0}"/>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13">
            <a:extLst>
              <a:ext uri="{FF2B5EF4-FFF2-40B4-BE49-F238E27FC236}">
                <a16:creationId xmlns:a16="http://schemas.microsoft.com/office/drawing/2014/main" id="{5033A6D5-46F5-4958-AB5C-E6689DB1B378}"/>
              </a:ext>
            </a:extLst>
          </p:cNvPr>
          <p:cNvSpPr>
            <a:spLocks noGrp="1" noChangeArrowheads="1"/>
          </p:cNvSpPr>
          <p:nvPr>
            <p:ph type="sldNum" sz="quarter" idx="12"/>
          </p:nvPr>
        </p:nvSpPr>
        <p:spPr>
          <a:ln/>
        </p:spPr>
        <p:txBody>
          <a:bodyPr/>
          <a:lstStyle>
            <a:lvl1pPr>
              <a:defRPr/>
            </a:lvl1pPr>
          </a:lstStyle>
          <a:p>
            <a:pPr>
              <a:defRPr/>
            </a:pPr>
            <a:fld id="{24D8AA2F-4EBC-4342-B5A0-BB2E8BD62C49}" type="slidenum">
              <a:rPr lang="en-US" altLang="zh-TW"/>
              <a:pPr>
                <a:defRPr/>
              </a:pPr>
              <a:t>‹#›</a:t>
            </a:fld>
            <a:endParaRPr lang="en-US" altLang="zh-TW"/>
          </a:p>
        </p:txBody>
      </p:sp>
    </p:spTree>
    <p:extLst>
      <p:ext uri="{BB962C8B-B14F-4D97-AF65-F5344CB8AC3E}">
        <p14:creationId xmlns:p14="http://schemas.microsoft.com/office/powerpoint/2010/main" val="38969077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1">
            <a:extLst>
              <a:ext uri="{FF2B5EF4-FFF2-40B4-BE49-F238E27FC236}">
                <a16:creationId xmlns:a16="http://schemas.microsoft.com/office/drawing/2014/main" id="{E82B322D-44F7-4930-9E52-385E643214C6}"/>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12">
            <a:extLst>
              <a:ext uri="{FF2B5EF4-FFF2-40B4-BE49-F238E27FC236}">
                <a16:creationId xmlns:a16="http://schemas.microsoft.com/office/drawing/2014/main" id="{5BB762FC-A8C7-4778-A008-263ABDE2677F}"/>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13">
            <a:extLst>
              <a:ext uri="{FF2B5EF4-FFF2-40B4-BE49-F238E27FC236}">
                <a16:creationId xmlns:a16="http://schemas.microsoft.com/office/drawing/2014/main" id="{34382749-3BED-432D-B34A-D80D7D43643B}"/>
              </a:ext>
            </a:extLst>
          </p:cNvPr>
          <p:cNvSpPr>
            <a:spLocks noGrp="1" noChangeArrowheads="1"/>
          </p:cNvSpPr>
          <p:nvPr>
            <p:ph type="sldNum" sz="quarter" idx="12"/>
          </p:nvPr>
        </p:nvSpPr>
        <p:spPr>
          <a:ln/>
        </p:spPr>
        <p:txBody>
          <a:bodyPr/>
          <a:lstStyle>
            <a:lvl1pPr>
              <a:defRPr/>
            </a:lvl1pPr>
          </a:lstStyle>
          <a:p>
            <a:pPr>
              <a:defRPr/>
            </a:pPr>
            <a:fld id="{2D6336E1-E76D-4424-93FA-E9F001728934}" type="slidenum">
              <a:rPr lang="en-US" altLang="zh-TW"/>
              <a:pPr>
                <a:defRPr/>
              </a:pPr>
              <a:t>‹#›</a:t>
            </a:fld>
            <a:endParaRPr lang="en-US" altLang="zh-TW"/>
          </a:p>
        </p:txBody>
      </p:sp>
    </p:spTree>
    <p:extLst>
      <p:ext uri="{BB962C8B-B14F-4D97-AF65-F5344CB8AC3E}">
        <p14:creationId xmlns:p14="http://schemas.microsoft.com/office/powerpoint/2010/main" val="3370827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40800" y="762001"/>
            <a:ext cx="2641600" cy="532447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1016000" y="762001"/>
            <a:ext cx="7721600" cy="53244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1">
            <a:extLst>
              <a:ext uri="{FF2B5EF4-FFF2-40B4-BE49-F238E27FC236}">
                <a16:creationId xmlns:a16="http://schemas.microsoft.com/office/drawing/2014/main" id="{F5B5F5F2-D408-410C-8DBF-7C5EFE73D6F7}"/>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12">
            <a:extLst>
              <a:ext uri="{FF2B5EF4-FFF2-40B4-BE49-F238E27FC236}">
                <a16:creationId xmlns:a16="http://schemas.microsoft.com/office/drawing/2014/main" id="{C7E1E9A1-D479-4568-A100-4FE0B262775B}"/>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13">
            <a:extLst>
              <a:ext uri="{FF2B5EF4-FFF2-40B4-BE49-F238E27FC236}">
                <a16:creationId xmlns:a16="http://schemas.microsoft.com/office/drawing/2014/main" id="{59713532-74AF-4D9B-B96E-80E406374C1B}"/>
              </a:ext>
            </a:extLst>
          </p:cNvPr>
          <p:cNvSpPr>
            <a:spLocks noGrp="1" noChangeArrowheads="1"/>
          </p:cNvSpPr>
          <p:nvPr>
            <p:ph type="sldNum" sz="quarter" idx="12"/>
          </p:nvPr>
        </p:nvSpPr>
        <p:spPr>
          <a:ln/>
        </p:spPr>
        <p:txBody>
          <a:bodyPr/>
          <a:lstStyle>
            <a:lvl1pPr>
              <a:defRPr/>
            </a:lvl1pPr>
          </a:lstStyle>
          <a:p>
            <a:pPr>
              <a:defRPr/>
            </a:pPr>
            <a:fld id="{CAF4CF1D-4C99-4661-A2D4-4217BA60ABA0}" type="slidenum">
              <a:rPr lang="en-US" altLang="zh-TW"/>
              <a:pPr>
                <a:defRPr/>
              </a:pPr>
              <a:t>‹#›</a:t>
            </a:fld>
            <a:endParaRPr lang="en-US" altLang="zh-TW"/>
          </a:p>
        </p:txBody>
      </p:sp>
    </p:spTree>
    <p:extLst>
      <p:ext uri="{BB962C8B-B14F-4D97-AF65-F5344CB8AC3E}">
        <p14:creationId xmlns:p14="http://schemas.microsoft.com/office/powerpoint/2010/main" val="15254003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016000" y="762000"/>
            <a:ext cx="10566400" cy="1143000"/>
          </a:xfrm>
        </p:spPr>
        <p:txBody>
          <a:bodyPr/>
          <a:lstStyle/>
          <a:p>
            <a:r>
              <a:rPr lang="en-US"/>
              <a:t>Click to edit Master title style</a:t>
            </a:r>
            <a:endParaRPr lang="en-IN"/>
          </a:p>
        </p:txBody>
      </p:sp>
      <p:sp>
        <p:nvSpPr>
          <p:cNvPr id="3" name="Content Placeholder 2"/>
          <p:cNvSpPr>
            <a:spLocks noGrp="1"/>
          </p:cNvSpPr>
          <p:nvPr>
            <p:ph sz="half" idx="1"/>
          </p:nvPr>
        </p:nvSpPr>
        <p:spPr>
          <a:xfrm>
            <a:off x="1117601" y="2362201"/>
            <a:ext cx="5027084"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quarter" idx="2"/>
          </p:nvPr>
        </p:nvSpPr>
        <p:spPr>
          <a:xfrm>
            <a:off x="6347884" y="2362200"/>
            <a:ext cx="5027083" cy="1785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p:cNvSpPr>
            <a:spLocks noGrp="1"/>
          </p:cNvSpPr>
          <p:nvPr>
            <p:ph sz="quarter" idx="3"/>
          </p:nvPr>
        </p:nvSpPr>
        <p:spPr>
          <a:xfrm>
            <a:off x="6347884" y="4300539"/>
            <a:ext cx="5027083" cy="1785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Rectangle 11">
            <a:extLst>
              <a:ext uri="{FF2B5EF4-FFF2-40B4-BE49-F238E27FC236}">
                <a16:creationId xmlns:a16="http://schemas.microsoft.com/office/drawing/2014/main" id="{4FA18B98-F6CA-40C0-9AB0-4389FCC9800D}"/>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7" name="Rectangle 12">
            <a:extLst>
              <a:ext uri="{FF2B5EF4-FFF2-40B4-BE49-F238E27FC236}">
                <a16:creationId xmlns:a16="http://schemas.microsoft.com/office/drawing/2014/main" id="{2A0C8064-7E90-477C-9464-6D30A4F0CFEB}"/>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8" name="Rectangle 13">
            <a:extLst>
              <a:ext uri="{FF2B5EF4-FFF2-40B4-BE49-F238E27FC236}">
                <a16:creationId xmlns:a16="http://schemas.microsoft.com/office/drawing/2014/main" id="{E6510462-62FE-428E-A215-0A0573116BE2}"/>
              </a:ext>
            </a:extLst>
          </p:cNvPr>
          <p:cNvSpPr>
            <a:spLocks noGrp="1" noChangeArrowheads="1"/>
          </p:cNvSpPr>
          <p:nvPr>
            <p:ph type="sldNum" sz="quarter" idx="12"/>
          </p:nvPr>
        </p:nvSpPr>
        <p:spPr>
          <a:ln/>
        </p:spPr>
        <p:txBody>
          <a:bodyPr/>
          <a:lstStyle>
            <a:lvl1pPr>
              <a:defRPr/>
            </a:lvl1pPr>
          </a:lstStyle>
          <a:p>
            <a:pPr>
              <a:defRPr/>
            </a:pPr>
            <a:fld id="{3FFE08A4-0A34-4028-A27F-27CF704B0516}" type="slidenum">
              <a:rPr lang="en-US" altLang="zh-TW"/>
              <a:pPr>
                <a:defRPr/>
              </a:pPr>
              <a:t>‹#›</a:t>
            </a:fld>
            <a:endParaRPr lang="en-US" altLang="zh-TW"/>
          </a:p>
        </p:txBody>
      </p:sp>
    </p:spTree>
    <p:extLst>
      <p:ext uri="{BB962C8B-B14F-4D97-AF65-F5344CB8AC3E}">
        <p14:creationId xmlns:p14="http://schemas.microsoft.com/office/powerpoint/2010/main" val="1211914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16000" y="762000"/>
            <a:ext cx="10566400" cy="11430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1117601" y="2362201"/>
            <a:ext cx="5027084"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347884" y="2362201"/>
            <a:ext cx="5027083"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11">
            <a:extLst>
              <a:ext uri="{FF2B5EF4-FFF2-40B4-BE49-F238E27FC236}">
                <a16:creationId xmlns:a16="http://schemas.microsoft.com/office/drawing/2014/main" id="{7AD31F2D-FEEF-41BC-AF22-3A9DAC688B85}"/>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12">
            <a:extLst>
              <a:ext uri="{FF2B5EF4-FFF2-40B4-BE49-F238E27FC236}">
                <a16:creationId xmlns:a16="http://schemas.microsoft.com/office/drawing/2014/main" id="{94277F79-D063-440F-80F2-9CB189271FE4}"/>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13">
            <a:extLst>
              <a:ext uri="{FF2B5EF4-FFF2-40B4-BE49-F238E27FC236}">
                <a16:creationId xmlns:a16="http://schemas.microsoft.com/office/drawing/2014/main" id="{B84A55AC-D237-41B2-9B34-35B3A7DB1C31}"/>
              </a:ext>
            </a:extLst>
          </p:cNvPr>
          <p:cNvSpPr>
            <a:spLocks noGrp="1" noChangeArrowheads="1"/>
          </p:cNvSpPr>
          <p:nvPr>
            <p:ph type="sldNum" sz="quarter" idx="12"/>
          </p:nvPr>
        </p:nvSpPr>
        <p:spPr>
          <a:ln/>
        </p:spPr>
        <p:txBody>
          <a:bodyPr/>
          <a:lstStyle>
            <a:lvl1pPr>
              <a:defRPr/>
            </a:lvl1pPr>
          </a:lstStyle>
          <a:p>
            <a:pPr>
              <a:defRPr/>
            </a:pPr>
            <a:fld id="{6F344A81-72D1-4E0F-9D8D-D55E15C9F74D}" type="slidenum">
              <a:rPr lang="en-US" altLang="zh-TW"/>
              <a:pPr>
                <a:defRPr/>
              </a:pPr>
              <a:t>‹#›</a:t>
            </a:fld>
            <a:endParaRPr lang="en-US" altLang="zh-TW"/>
          </a:p>
        </p:txBody>
      </p:sp>
    </p:spTree>
    <p:extLst>
      <p:ext uri="{BB962C8B-B14F-4D97-AF65-F5344CB8AC3E}">
        <p14:creationId xmlns:p14="http://schemas.microsoft.com/office/powerpoint/2010/main" val="29653406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016000" y="762000"/>
            <a:ext cx="10566400" cy="11430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1117601" y="2362201"/>
            <a:ext cx="5027084"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quarter" idx="2"/>
          </p:nvPr>
        </p:nvSpPr>
        <p:spPr>
          <a:xfrm>
            <a:off x="6347884" y="2362200"/>
            <a:ext cx="5027083" cy="1785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p:cNvSpPr>
            <a:spLocks noGrp="1"/>
          </p:cNvSpPr>
          <p:nvPr>
            <p:ph sz="quarter" idx="3"/>
          </p:nvPr>
        </p:nvSpPr>
        <p:spPr>
          <a:xfrm>
            <a:off x="6347884" y="4300539"/>
            <a:ext cx="5027083" cy="1785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Rectangle 11">
            <a:extLst>
              <a:ext uri="{FF2B5EF4-FFF2-40B4-BE49-F238E27FC236}">
                <a16:creationId xmlns:a16="http://schemas.microsoft.com/office/drawing/2014/main" id="{089E88C0-2680-4372-85C4-5F96B71B7EA5}"/>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7" name="Rectangle 12">
            <a:extLst>
              <a:ext uri="{FF2B5EF4-FFF2-40B4-BE49-F238E27FC236}">
                <a16:creationId xmlns:a16="http://schemas.microsoft.com/office/drawing/2014/main" id="{4C59EF94-9CC9-4EC6-B2D5-144000A8993B}"/>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8" name="Rectangle 13">
            <a:extLst>
              <a:ext uri="{FF2B5EF4-FFF2-40B4-BE49-F238E27FC236}">
                <a16:creationId xmlns:a16="http://schemas.microsoft.com/office/drawing/2014/main" id="{ACAB46EA-F53C-40C5-A0B5-FBBAD67015D7}"/>
              </a:ext>
            </a:extLst>
          </p:cNvPr>
          <p:cNvSpPr>
            <a:spLocks noGrp="1" noChangeArrowheads="1"/>
          </p:cNvSpPr>
          <p:nvPr>
            <p:ph type="sldNum" sz="quarter" idx="12"/>
          </p:nvPr>
        </p:nvSpPr>
        <p:spPr>
          <a:ln/>
        </p:spPr>
        <p:txBody>
          <a:bodyPr/>
          <a:lstStyle>
            <a:lvl1pPr>
              <a:defRPr/>
            </a:lvl1pPr>
          </a:lstStyle>
          <a:p>
            <a:pPr>
              <a:defRPr/>
            </a:pPr>
            <a:fld id="{8FA16340-759C-4FEF-925E-8AFD4427B3FD}" type="slidenum">
              <a:rPr lang="en-US" altLang="zh-TW"/>
              <a:pPr>
                <a:defRPr/>
              </a:pPr>
              <a:t>‹#›</a:t>
            </a:fld>
            <a:endParaRPr lang="en-US" altLang="zh-TW"/>
          </a:p>
        </p:txBody>
      </p:sp>
    </p:spTree>
    <p:extLst>
      <p:ext uri="{BB962C8B-B14F-4D97-AF65-F5344CB8AC3E}">
        <p14:creationId xmlns:p14="http://schemas.microsoft.com/office/powerpoint/2010/main" val="26679951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38BC3011-468D-4ACE-A74B-2C827F448DC1}"/>
              </a:ext>
            </a:extLst>
          </p:cNvPr>
          <p:cNvGrpSpPr>
            <a:grpSpLocks/>
          </p:cNvGrpSpPr>
          <p:nvPr/>
        </p:nvGrpSpPr>
        <p:grpSpPr bwMode="auto">
          <a:xfrm>
            <a:off x="0" y="0"/>
            <a:ext cx="7823200" cy="6858000"/>
            <a:chOff x="0" y="0"/>
            <a:chExt cx="3696" cy="4320"/>
          </a:xfrm>
        </p:grpSpPr>
        <p:sp>
          <p:nvSpPr>
            <p:cNvPr id="5" name="Rectangle 3">
              <a:extLst>
                <a:ext uri="{FF2B5EF4-FFF2-40B4-BE49-F238E27FC236}">
                  <a16:creationId xmlns:a16="http://schemas.microsoft.com/office/drawing/2014/main" id="{863A0F1D-92FF-497E-9A6F-7BB385208C75}"/>
                </a:ext>
              </a:extLst>
            </p:cNvPr>
            <p:cNvSpPr>
              <a:spLocks noChangeArrowheads="1"/>
            </p:cNvSpPr>
            <p:nvPr/>
          </p:nvSpPr>
          <p:spPr bwMode="auto">
            <a:xfrm>
              <a:off x="0" y="0"/>
              <a:ext cx="2880" cy="4320"/>
            </a:xfrm>
            <a:prstGeom prst="rect">
              <a:avLst/>
            </a:prstGeom>
            <a:solidFill>
              <a:schemeClr val="accent2"/>
            </a:solidFill>
            <a:ln>
              <a:noFill/>
            </a:ln>
            <a:effectLst/>
          </p:spPr>
          <p:txBody>
            <a:bodyPr wrap="none" anchor="ctr"/>
            <a:lstStyle>
              <a:lvl1pPr>
                <a:defRPr kumimoji="1">
                  <a:solidFill>
                    <a:schemeClr val="tx1"/>
                  </a:solidFill>
                  <a:latin typeface="Arial" panose="020B0604020202020204" pitchFamily="34" charset="0"/>
                  <a:ea typeface="PMingLiU" panose="02020500000000000000" pitchFamily="18" charset="-120"/>
                </a:defRPr>
              </a:lvl1pPr>
              <a:lvl2pPr marL="742950" indent="-285750">
                <a:defRPr kumimoji="1">
                  <a:solidFill>
                    <a:schemeClr val="tx1"/>
                  </a:solidFill>
                  <a:latin typeface="Arial" panose="020B0604020202020204" pitchFamily="34" charset="0"/>
                  <a:ea typeface="PMingLiU" panose="02020500000000000000" pitchFamily="18" charset="-120"/>
                </a:defRPr>
              </a:lvl2pPr>
              <a:lvl3pPr marL="1143000" indent="-228600">
                <a:defRPr kumimoji="1">
                  <a:solidFill>
                    <a:schemeClr val="tx1"/>
                  </a:solidFill>
                  <a:latin typeface="Arial" panose="020B0604020202020204" pitchFamily="34" charset="0"/>
                  <a:ea typeface="PMingLiU" panose="02020500000000000000" pitchFamily="18" charset="-120"/>
                </a:defRPr>
              </a:lvl3pPr>
              <a:lvl4pPr marL="1600200" indent="-228600">
                <a:defRPr kumimoji="1">
                  <a:solidFill>
                    <a:schemeClr val="tx1"/>
                  </a:solidFill>
                  <a:latin typeface="Arial" panose="020B0604020202020204" pitchFamily="34" charset="0"/>
                  <a:ea typeface="PMingLiU" panose="02020500000000000000" pitchFamily="18" charset="-120"/>
                </a:defRPr>
              </a:lvl4pPr>
              <a:lvl5pPr marL="2057400" indent="-228600">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algn="ctr" eaLnBrk="1" hangingPunct="1">
                <a:defRPr/>
              </a:pPr>
              <a:endParaRPr lang="en-US" altLang="en-US" sz="2400">
                <a:latin typeface="Times New Roman" panose="02020603050405020304" pitchFamily="18" charset="0"/>
              </a:endParaRPr>
            </a:p>
          </p:txBody>
        </p:sp>
        <p:sp>
          <p:nvSpPr>
            <p:cNvPr id="6" name="AutoShape 4">
              <a:extLst>
                <a:ext uri="{FF2B5EF4-FFF2-40B4-BE49-F238E27FC236}">
                  <a16:creationId xmlns:a16="http://schemas.microsoft.com/office/drawing/2014/main" id="{0A97957C-BA57-4F91-BA9A-98A4F0A48728}"/>
                </a:ext>
              </a:extLst>
            </p:cNvPr>
            <p:cNvSpPr>
              <a:spLocks noChangeArrowheads="1"/>
            </p:cNvSpPr>
            <p:nvPr/>
          </p:nvSpPr>
          <p:spPr bwMode="white">
            <a:xfrm>
              <a:off x="432" y="624"/>
              <a:ext cx="3264" cy="1200"/>
            </a:xfrm>
            <a:prstGeom prst="roundRect">
              <a:avLst>
                <a:gd name="adj" fmla="val 50000"/>
              </a:avLst>
            </a:prstGeom>
            <a:solidFill>
              <a:schemeClr val="bg1"/>
            </a:solidFill>
            <a:ln>
              <a:noFill/>
            </a:ln>
            <a:effectLst/>
          </p:spPr>
          <p:txBody>
            <a:bodyPr wrap="none" anchor="ctr"/>
            <a:lstStyle>
              <a:lvl1pPr>
                <a:defRPr kumimoji="1">
                  <a:solidFill>
                    <a:schemeClr val="tx1"/>
                  </a:solidFill>
                  <a:latin typeface="Arial" panose="020B0604020202020204" pitchFamily="34" charset="0"/>
                  <a:ea typeface="PMingLiU" panose="02020500000000000000" pitchFamily="18" charset="-120"/>
                </a:defRPr>
              </a:lvl1pPr>
              <a:lvl2pPr marL="742950" indent="-285750">
                <a:defRPr kumimoji="1">
                  <a:solidFill>
                    <a:schemeClr val="tx1"/>
                  </a:solidFill>
                  <a:latin typeface="Arial" panose="020B0604020202020204" pitchFamily="34" charset="0"/>
                  <a:ea typeface="PMingLiU" panose="02020500000000000000" pitchFamily="18" charset="-120"/>
                </a:defRPr>
              </a:lvl2pPr>
              <a:lvl3pPr marL="1143000" indent="-228600">
                <a:defRPr kumimoji="1">
                  <a:solidFill>
                    <a:schemeClr val="tx1"/>
                  </a:solidFill>
                  <a:latin typeface="Arial" panose="020B0604020202020204" pitchFamily="34" charset="0"/>
                  <a:ea typeface="PMingLiU" panose="02020500000000000000" pitchFamily="18" charset="-120"/>
                </a:defRPr>
              </a:lvl3pPr>
              <a:lvl4pPr marL="1600200" indent="-228600">
                <a:defRPr kumimoji="1">
                  <a:solidFill>
                    <a:schemeClr val="tx1"/>
                  </a:solidFill>
                  <a:latin typeface="Arial" panose="020B0604020202020204" pitchFamily="34" charset="0"/>
                  <a:ea typeface="PMingLiU" panose="02020500000000000000" pitchFamily="18" charset="-120"/>
                </a:defRPr>
              </a:lvl4pPr>
              <a:lvl5pPr marL="2057400" indent="-228600">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algn="ctr" eaLnBrk="1" hangingPunct="1">
                <a:defRPr/>
              </a:pPr>
              <a:endParaRPr lang="en-US" altLang="en-US" sz="2400">
                <a:latin typeface="Times New Roman" panose="02020603050405020304" pitchFamily="18" charset="0"/>
              </a:endParaRPr>
            </a:p>
          </p:txBody>
        </p:sp>
      </p:grpSp>
      <p:grpSp>
        <p:nvGrpSpPr>
          <p:cNvPr id="7" name="Group 5">
            <a:extLst>
              <a:ext uri="{FF2B5EF4-FFF2-40B4-BE49-F238E27FC236}">
                <a16:creationId xmlns:a16="http://schemas.microsoft.com/office/drawing/2014/main" id="{CACCD30A-035F-4F88-8136-D16049E34D49}"/>
              </a:ext>
            </a:extLst>
          </p:cNvPr>
          <p:cNvGrpSpPr>
            <a:grpSpLocks/>
          </p:cNvGrpSpPr>
          <p:nvPr/>
        </p:nvGrpSpPr>
        <p:grpSpPr bwMode="auto">
          <a:xfrm>
            <a:off x="4842933" y="4889500"/>
            <a:ext cx="6502400" cy="319088"/>
            <a:chOff x="2288" y="3080"/>
            <a:chExt cx="3072" cy="201"/>
          </a:xfrm>
        </p:grpSpPr>
        <p:sp>
          <p:nvSpPr>
            <p:cNvPr id="8" name="AutoShape 6">
              <a:extLst>
                <a:ext uri="{FF2B5EF4-FFF2-40B4-BE49-F238E27FC236}">
                  <a16:creationId xmlns:a16="http://schemas.microsoft.com/office/drawing/2014/main" id="{1790B030-42E7-463F-9EAA-474D78777DB4}"/>
                </a:ext>
              </a:extLst>
            </p:cNvPr>
            <p:cNvSpPr>
              <a:spLocks noChangeArrowheads="1"/>
            </p:cNvSpPr>
            <p:nvPr/>
          </p:nvSpPr>
          <p:spPr bwMode="auto">
            <a:xfrm flipH="1">
              <a:off x="2288" y="3080"/>
              <a:ext cx="2914" cy="200"/>
            </a:xfrm>
            <a:prstGeom prst="roundRect">
              <a:avLst>
                <a:gd name="adj" fmla="val 0"/>
              </a:avLst>
            </a:prstGeom>
            <a:solidFill>
              <a:schemeClr val="hlink"/>
            </a:solidFill>
            <a:ln>
              <a:noFill/>
            </a:ln>
            <a:effectLst/>
          </p:spPr>
          <p:txBody>
            <a:bodyPr wrap="none" anchor="ctr"/>
            <a:lstStyle>
              <a:lvl1pPr>
                <a:defRPr kumimoji="1">
                  <a:solidFill>
                    <a:schemeClr val="tx1"/>
                  </a:solidFill>
                  <a:latin typeface="Arial" panose="020B0604020202020204" pitchFamily="34" charset="0"/>
                  <a:ea typeface="PMingLiU" panose="02020500000000000000" pitchFamily="18" charset="-120"/>
                </a:defRPr>
              </a:lvl1pPr>
              <a:lvl2pPr marL="742950" indent="-285750">
                <a:defRPr kumimoji="1">
                  <a:solidFill>
                    <a:schemeClr val="tx1"/>
                  </a:solidFill>
                  <a:latin typeface="Arial" panose="020B0604020202020204" pitchFamily="34" charset="0"/>
                  <a:ea typeface="PMingLiU" panose="02020500000000000000" pitchFamily="18" charset="-120"/>
                </a:defRPr>
              </a:lvl2pPr>
              <a:lvl3pPr marL="1143000" indent="-228600">
                <a:defRPr kumimoji="1">
                  <a:solidFill>
                    <a:schemeClr val="tx1"/>
                  </a:solidFill>
                  <a:latin typeface="Arial" panose="020B0604020202020204" pitchFamily="34" charset="0"/>
                  <a:ea typeface="PMingLiU" panose="02020500000000000000" pitchFamily="18" charset="-120"/>
                </a:defRPr>
              </a:lvl3pPr>
              <a:lvl4pPr marL="1600200" indent="-228600">
                <a:defRPr kumimoji="1">
                  <a:solidFill>
                    <a:schemeClr val="tx1"/>
                  </a:solidFill>
                  <a:latin typeface="Arial" panose="020B0604020202020204" pitchFamily="34" charset="0"/>
                  <a:ea typeface="PMingLiU" panose="02020500000000000000" pitchFamily="18" charset="-120"/>
                </a:defRPr>
              </a:lvl4pPr>
              <a:lvl5pPr marL="2057400" indent="-228600">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eaLnBrk="1" hangingPunct="1">
                <a:defRPr/>
              </a:pPr>
              <a:endParaRPr lang="en-IN" altLang="en-US" sz="1800"/>
            </a:p>
          </p:txBody>
        </p:sp>
        <p:sp>
          <p:nvSpPr>
            <p:cNvPr id="9" name="AutoShape 7">
              <a:extLst>
                <a:ext uri="{FF2B5EF4-FFF2-40B4-BE49-F238E27FC236}">
                  <a16:creationId xmlns:a16="http://schemas.microsoft.com/office/drawing/2014/main" id="{8D57851F-6FC9-493A-9017-D674A7791784}"/>
                </a:ext>
              </a:extLst>
            </p:cNvPr>
            <p:cNvSpPr>
              <a:spLocks noChangeArrowheads="1"/>
            </p:cNvSpPr>
            <p:nvPr/>
          </p:nvSpPr>
          <p:spPr bwMode="auto">
            <a:xfrm>
              <a:off x="5196" y="3080"/>
              <a:ext cx="164" cy="201"/>
            </a:xfrm>
            <a:prstGeom prst="flowChartDelay">
              <a:avLst/>
            </a:prstGeom>
            <a:solidFill>
              <a:schemeClr val="hlink"/>
            </a:solidFill>
            <a:ln>
              <a:noFill/>
            </a:ln>
            <a:effectLst/>
          </p:spPr>
          <p:txBody>
            <a:bodyPr wrap="none" anchor="ctr"/>
            <a:lstStyle>
              <a:lvl1pPr>
                <a:defRPr kumimoji="1">
                  <a:solidFill>
                    <a:schemeClr val="tx1"/>
                  </a:solidFill>
                  <a:latin typeface="Arial" panose="020B0604020202020204" pitchFamily="34" charset="0"/>
                  <a:ea typeface="PMingLiU" panose="02020500000000000000" pitchFamily="18" charset="-120"/>
                </a:defRPr>
              </a:lvl1pPr>
              <a:lvl2pPr marL="742950" indent="-285750">
                <a:defRPr kumimoji="1">
                  <a:solidFill>
                    <a:schemeClr val="tx1"/>
                  </a:solidFill>
                  <a:latin typeface="Arial" panose="020B0604020202020204" pitchFamily="34" charset="0"/>
                  <a:ea typeface="PMingLiU" panose="02020500000000000000" pitchFamily="18" charset="-120"/>
                </a:defRPr>
              </a:lvl2pPr>
              <a:lvl3pPr marL="1143000" indent="-228600">
                <a:defRPr kumimoji="1">
                  <a:solidFill>
                    <a:schemeClr val="tx1"/>
                  </a:solidFill>
                  <a:latin typeface="Arial" panose="020B0604020202020204" pitchFamily="34" charset="0"/>
                  <a:ea typeface="PMingLiU" panose="02020500000000000000" pitchFamily="18" charset="-120"/>
                </a:defRPr>
              </a:lvl3pPr>
              <a:lvl4pPr marL="1600200" indent="-228600">
                <a:defRPr kumimoji="1">
                  <a:solidFill>
                    <a:schemeClr val="tx1"/>
                  </a:solidFill>
                  <a:latin typeface="Arial" panose="020B0604020202020204" pitchFamily="34" charset="0"/>
                  <a:ea typeface="PMingLiU" panose="02020500000000000000" pitchFamily="18" charset="-120"/>
                </a:defRPr>
              </a:lvl4pPr>
              <a:lvl5pPr marL="2057400" indent="-228600">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eaLnBrk="1" hangingPunct="1">
                <a:defRPr/>
              </a:pPr>
              <a:endParaRPr lang="en-IN" altLang="en-US" sz="1800"/>
            </a:p>
          </p:txBody>
        </p:sp>
      </p:grpSp>
      <p:sp>
        <p:nvSpPr>
          <p:cNvPr id="5128" name="Rectangle 8"/>
          <p:cNvSpPr>
            <a:spLocks noGrp="1" noChangeArrowheads="1"/>
          </p:cNvSpPr>
          <p:nvPr>
            <p:ph type="subTitle" idx="1"/>
          </p:nvPr>
        </p:nvSpPr>
        <p:spPr>
          <a:xfrm>
            <a:off x="6231467" y="2927350"/>
            <a:ext cx="5350933" cy="1822450"/>
          </a:xfrm>
        </p:spPr>
        <p:txBody>
          <a:bodyPr anchor="b"/>
          <a:lstStyle>
            <a:lvl1pPr marL="0" indent="0">
              <a:buFont typeface="Wingdings" panose="05000000000000000000" pitchFamily="2" charset="2"/>
              <a:buNone/>
              <a:defRPr>
                <a:solidFill>
                  <a:schemeClr val="tx2"/>
                </a:solidFill>
              </a:defRPr>
            </a:lvl1pPr>
          </a:lstStyle>
          <a:p>
            <a:pPr lvl="0"/>
            <a:r>
              <a:rPr lang="zh-TW" altLang="en-US" noProof="0"/>
              <a:t>按一下以編輯母片副標題樣式</a:t>
            </a:r>
          </a:p>
        </p:txBody>
      </p:sp>
      <p:sp>
        <p:nvSpPr>
          <p:cNvPr id="5132" name="AutoShape 12"/>
          <p:cNvSpPr>
            <a:spLocks noGrp="1" noChangeArrowheads="1"/>
          </p:cNvSpPr>
          <p:nvPr>
            <p:ph type="ctrTitle" sz="quarter"/>
          </p:nvPr>
        </p:nvSpPr>
        <p:spPr>
          <a:xfrm>
            <a:off x="914400" y="990600"/>
            <a:ext cx="10972800" cy="1905000"/>
          </a:xfrm>
          <a:prstGeom prst="roundRect">
            <a:avLst>
              <a:gd name="adj" fmla="val 50000"/>
            </a:avLst>
          </a:prstGeom>
        </p:spPr>
        <p:txBody>
          <a:bodyPr anchor="ctr"/>
          <a:lstStyle>
            <a:lvl1pPr algn="ctr">
              <a:defRPr>
                <a:solidFill>
                  <a:schemeClr val="tx1"/>
                </a:solidFill>
              </a:defRPr>
            </a:lvl1pPr>
          </a:lstStyle>
          <a:p>
            <a:pPr lvl="0"/>
            <a:r>
              <a:rPr lang="zh-TW" altLang="en-US" noProof="0"/>
              <a:t>按一下以編輯母片標題樣式</a:t>
            </a:r>
          </a:p>
        </p:txBody>
      </p:sp>
      <p:sp>
        <p:nvSpPr>
          <p:cNvPr id="10" name="Date Placeholder 9">
            <a:extLst>
              <a:ext uri="{FF2B5EF4-FFF2-40B4-BE49-F238E27FC236}">
                <a16:creationId xmlns:a16="http://schemas.microsoft.com/office/drawing/2014/main" id="{0C97D190-225C-4A7F-8C89-FE70E82ED5A8}"/>
              </a:ext>
            </a:extLst>
          </p:cNvPr>
          <p:cNvSpPr>
            <a:spLocks noGrp="1" noChangeArrowheads="1"/>
          </p:cNvSpPr>
          <p:nvPr>
            <p:ph type="dt" sz="quarter" idx="10"/>
          </p:nvPr>
        </p:nvSpPr>
        <p:spPr/>
        <p:txBody>
          <a:bodyPr/>
          <a:lstStyle>
            <a:lvl1pPr>
              <a:defRPr>
                <a:solidFill>
                  <a:schemeClr val="bg1"/>
                </a:solidFill>
              </a:defRPr>
            </a:lvl1pPr>
          </a:lstStyle>
          <a:p>
            <a:pPr>
              <a:defRPr/>
            </a:pPr>
            <a:endParaRPr lang="en-US" altLang="zh-TW"/>
          </a:p>
        </p:txBody>
      </p:sp>
      <p:sp>
        <p:nvSpPr>
          <p:cNvPr id="11" name="Footer Placeholder 10">
            <a:extLst>
              <a:ext uri="{FF2B5EF4-FFF2-40B4-BE49-F238E27FC236}">
                <a16:creationId xmlns:a16="http://schemas.microsoft.com/office/drawing/2014/main" id="{EF0E037A-E9B6-49B5-A588-9459CAEF3FD4}"/>
              </a:ext>
            </a:extLst>
          </p:cNvPr>
          <p:cNvSpPr>
            <a:spLocks noGrp="1" noChangeArrowheads="1"/>
          </p:cNvSpPr>
          <p:nvPr>
            <p:ph type="ftr" sz="quarter" idx="11"/>
          </p:nvPr>
        </p:nvSpPr>
        <p:spPr/>
        <p:txBody>
          <a:bodyPr/>
          <a:lstStyle>
            <a:lvl1pPr algn="r">
              <a:defRPr/>
            </a:lvl1pPr>
          </a:lstStyle>
          <a:p>
            <a:pPr>
              <a:defRPr/>
            </a:pPr>
            <a:endParaRPr lang="en-US" altLang="zh-TW"/>
          </a:p>
        </p:txBody>
      </p:sp>
      <p:sp>
        <p:nvSpPr>
          <p:cNvPr id="12" name="Slide Number Placeholder 11">
            <a:extLst>
              <a:ext uri="{FF2B5EF4-FFF2-40B4-BE49-F238E27FC236}">
                <a16:creationId xmlns:a16="http://schemas.microsoft.com/office/drawing/2014/main" id="{8BCC246B-E61E-470A-99B2-8E219E0C52FB}"/>
              </a:ext>
            </a:extLst>
          </p:cNvPr>
          <p:cNvSpPr>
            <a:spLocks noGrp="1" noChangeArrowheads="1"/>
          </p:cNvSpPr>
          <p:nvPr>
            <p:ph type="sldNum" sz="quarter" idx="12"/>
          </p:nvPr>
        </p:nvSpPr>
        <p:spPr>
          <a:xfrm>
            <a:off x="101601" y="6248400"/>
            <a:ext cx="783167" cy="488950"/>
          </a:xfrm>
        </p:spPr>
        <p:txBody>
          <a:bodyPr anchorCtr="0"/>
          <a:lstStyle>
            <a:lvl1pPr>
              <a:defRPr/>
            </a:lvl1pPr>
          </a:lstStyle>
          <a:p>
            <a:pPr>
              <a:defRPr/>
            </a:pPr>
            <a:fld id="{B01CA6BC-F5B2-4603-A0FB-F6C994F42DF2}" type="slidenum">
              <a:rPr lang="en-US" altLang="zh-TW"/>
              <a:pPr>
                <a:defRPr/>
              </a:pPr>
              <a:t>‹#›</a:t>
            </a:fld>
            <a:endParaRPr lang="en-US" altLang="zh-TW"/>
          </a:p>
        </p:txBody>
      </p:sp>
    </p:spTree>
    <p:extLst>
      <p:ext uri="{BB962C8B-B14F-4D97-AF65-F5344CB8AC3E}">
        <p14:creationId xmlns:p14="http://schemas.microsoft.com/office/powerpoint/2010/main" val="14221317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1">
            <a:extLst>
              <a:ext uri="{FF2B5EF4-FFF2-40B4-BE49-F238E27FC236}">
                <a16:creationId xmlns:a16="http://schemas.microsoft.com/office/drawing/2014/main" id="{CDE8CA5A-5424-4796-A304-BFB2C898B4C3}"/>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12">
            <a:extLst>
              <a:ext uri="{FF2B5EF4-FFF2-40B4-BE49-F238E27FC236}">
                <a16:creationId xmlns:a16="http://schemas.microsoft.com/office/drawing/2014/main" id="{90A8CC6B-871D-44A3-8310-8B21CB8FF56D}"/>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13">
            <a:extLst>
              <a:ext uri="{FF2B5EF4-FFF2-40B4-BE49-F238E27FC236}">
                <a16:creationId xmlns:a16="http://schemas.microsoft.com/office/drawing/2014/main" id="{896A3B58-37AA-474A-A507-8644528BDE60}"/>
              </a:ext>
            </a:extLst>
          </p:cNvPr>
          <p:cNvSpPr>
            <a:spLocks noGrp="1" noChangeArrowheads="1"/>
          </p:cNvSpPr>
          <p:nvPr>
            <p:ph type="sldNum" sz="quarter" idx="12"/>
          </p:nvPr>
        </p:nvSpPr>
        <p:spPr>
          <a:ln/>
        </p:spPr>
        <p:txBody>
          <a:bodyPr/>
          <a:lstStyle>
            <a:lvl1pPr>
              <a:defRPr/>
            </a:lvl1pPr>
          </a:lstStyle>
          <a:p>
            <a:pPr>
              <a:defRPr/>
            </a:pPr>
            <a:fld id="{735C33D2-7C3B-4CC8-BB33-818BA4D93081}" type="slidenum">
              <a:rPr lang="en-US" altLang="zh-TW"/>
              <a:pPr>
                <a:defRPr/>
              </a:pPr>
              <a:t>‹#›</a:t>
            </a:fld>
            <a:endParaRPr lang="en-US" altLang="zh-TW"/>
          </a:p>
        </p:txBody>
      </p:sp>
    </p:spTree>
    <p:extLst>
      <p:ext uri="{BB962C8B-B14F-4D97-AF65-F5344CB8AC3E}">
        <p14:creationId xmlns:p14="http://schemas.microsoft.com/office/powerpoint/2010/main" val="21604545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11">
            <a:extLst>
              <a:ext uri="{FF2B5EF4-FFF2-40B4-BE49-F238E27FC236}">
                <a16:creationId xmlns:a16="http://schemas.microsoft.com/office/drawing/2014/main" id="{2299810E-7CBB-454F-8174-A8CB4CA1E3F7}"/>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12">
            <a:extLst>
              <a:ext uri="{FF2B5EF4-FFF2-40B4-BE49-F238E27FC236}">
                <a16:creationId xmlns:a16="http://schemas.microsoft.com/office/drawing/2014/main" id="{105E6806-2189-4C04-BF23-4524C76590BD}"/>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13">
            <a:extLst>
              <a:ext uri="{FF2B5EF4-FFF2-40B4-BE49-F238E27FC236}">
                <a16:creationId xmlns:a16="http://schemas.microsoft.com/office/drawing/2014/main" id="{9E80AA22-6E9B-4A99-BC84-496350CD30DF}"/>
              </a:ext>
            </a:extLst>
          </p:cNvPr>
          <p:cNvSpPr>
            <a:spLocks noGrp="1" noChangeArrowheads="1"/>
          </p:cNvSpPr>
          <p:nvPr>
            <p:ph type="sldNum" sz="quarter" idx="12"/>
          </p:nvPr>
        </p:nvSpPr>
        <p:spPr>
          <a:ln/>
        </p:spPr>
        <p:txBody>
          <a:bodyPr/>
          <a:lstStyle>
            <a:lvl1pPr>
              <a:defRPr/>
            </a:lvl1pPr>
          </a:lstStyle>
          <a:p>
            <a:pPr>
              <a:defRPr/>
            </a:pPr>
            <a:fld id="{B795C208-1372-4228-AD36-E75031E38A97}" type="slidenum">
              <a:rPr lang="en-US" altLang="zh-TW"/>
              <a:pPr>
                <a:defRPr/>
              </a:pPr>
              <a:t>‹#›</a:t>
            </a:fld>
            <a:endParaRPr lang="en-US" altLang="zh-TW"/>
          </a:p>
        </p:txBody>
      </p:sp>
    </p:spTree>
    <p:extLst>
      <p:ext uri="{BB962C8B-B14F-4D97-AF65-F5344CB8AC3E}">
        <p14:creationId xmlns:p14="http://schemas.microsoft.com/office/powerpoint/2010/main" val="42349453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1117601" y="2362201"/>
            <a:ext cx="5027084"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347884" y="2362201"/>
            <a:ext cx="5027083"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11">
            <a:extLst>
              <a:ext uri="{FF2B5EF4-FFF2-40B4-BE49-F238E27FC236}">
                <a16:creationId xmlns:a16="http://schemas.microsoft.com/office/drawing/2014/main" id="{9FAF5389-126F-4045-93D0-80200FCBB284}"/>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12">
            <a:extLst>
              <a:ext uri="{FF2B5EF4-FFF2-40B4-BE49-F238E27FC236}">
                <a16:creationId xmlns:a16="http://schemas.microsoft.com/office/drawing/2014/main" id="{20FADFB1-6E18-4852-9A3E-DCFC410C88EA}"/>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13">
            <a:extLst>
              <a:ext uri="{FF2B5EF4-FFF2-40B4-BE49-F238E27FC236}">
                <a16:creationId xmlns:a16="http://schemas.microsoft.com/office/drawing/2014/main" id="{75762605-B668-4306-8B72-4BD2EA9BA32A}"/>
              </a:ext>
            </a:extLst>
          </p:cNvPr>
          <p:cNvSpPr>
            <a:spLocks noGrp="1" noChangeArrowheads="1"/>
          </p:cNvSpPr>
          <p:nvPr>
            <p:ph type="sldNum" sz="quarter" idx="12"/>
          </p:nvPr>
        </p:nvSpPr>
        <p:spPr>
          <a:ln/>
        </p:spPr>
        <p:txBody>
          <a:bodyPr/>
          <a:lstStyle>
            <a:lvl1pPr>
              <a:defRPr/>
            </a:lvl1pPr>
          </a:lstStyle>
          <a:p>
            <a:pPr>
              <a:defRPr/>
            </a:pPr>
            <a:fld id="{89C86F47-2858-49A7-8C18-6FF774D3D624}" type="slidenum">
              <a:rPr lang="en-US" altLang="zh-TW"/>
              <a:pPr>
                <a:defRPr/>
              </a:pPr>
              <a:t>‹#›</a:t>
            </a:fld>
            <a:endParaRPr lang="en-US" altLang="zh-TW"/>
          </a:p>
        </p:txBody>
      </p:sp>
    </p:spTree>
    <p:extLst>
      <p:ext uri="{BB962C8B-B14F-4D97-AF65-F5344CB8AC3E}">
        <p14:creationId xmlns:p14="http://schemas.microsoft.com/office/powerpoint/2010/main" val="31007434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11">
            <a:extLst>
              <a:ext uri="{FF2B5EF4-FFF2-40B4-BE49-F238E27FC236}">
                <a16:creationId xmlns:a16="http://schemas.microsoft.com/office/drawing/2014/main" id="{3CBE37CD-A160-45DE-A2C2-7939FC2B665E}"/>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8" name="Rectangle 12">
            <a:extLst>
              <a:ext uri="{FF2B5EF4-FFF2-40B4-BE49-F238E27FC236}">
                <a16:creationId xmlns:a16="http://schemas.microsoft.com/office/drawing/2014/main" id="{A7813B4E-D100-4F60-845F-B955BAE524C3}"/>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9" name="Rectangle 13">
            <a:extLst>
              <a:ext uri="{FF2B5EF4-FFF2-40B4-BE49-F238E27FC236}">
                <a16:creationId xmlns:a16="http://schemas.microsoft.com/office/drawing/2014/main" id="{6781A190-43B1-4863-83A1-DA6D07F8C53E}"/>
              </a:ext>
            </a:extLst>
          </p:cNvPr>
          <p:cNvSpPr>
            <a:spLocks noGrp="1" noChangeArrowheads="1"/>
          </p:cNvSpPr>
          <p:nvPr>
            <p:ph type="sldNum" sz="quarter" idx="12"/>
          </p:nvPr>
        </p:nvSpPr>
        <p:spPr>
          <a:ln/>
        </p:spPr>
        <p:txBody>
          <a:bodyPr/>
          <a:lstStyle>
            <a:lvl1pPr>
              <a:defRPr/>
            </a:lvl1pPr>
          </a:lstStyle>
          <a:p>
            <a:pPr>
              <a:defRPr/>
            </a:pPr>
            <a:fld id="{F9449AF8-5D1A-40F2-87C4-001351A43172}" type="slidenum">
              <a:rPr lang="en-US" altLang="zh-TW"/>
              <a:pPr>
                <a:defRPr/>
              </a:pPr>
              <a:t>‹#›</a:t>
            </a:fld>
            <a:endParaRPr lang="en-US" altLang="zh-TW"/>
          </a:p>
        </p:txBody>
      </p:sp>
    </p:spTree>
    <p:extLst>
      <p:ext uri="{BB962C8B-B14F-4D97-AF65-F5344CB8AC3E}">
        <p14:creationId xmlns:p14="http://schemas.microsoft.com/office/powerpoint/2010/main" val="16563289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11">
            <a:extLst>
              <a:ext uri="{FF2B5EF4-FFF2-40B4-BE49-F238E27FC236}">
                <a16:creationId xmlns:a16="http://schemas.microsoft.com/office/drawing/2014/main" id="{758BC307-EB35-4B9B-A082-22208FE79EBD}"/>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4" name="Rectangle 12">
            <a:extLst>
              <a:ext uri="{FF2B5EF4-FFF2-40B4-BE49-F238E27FC236}">
                <a16:creationId xmlns:a16="http://schemas.microsoft.com/office/drawing/2014/main" id="{33184E47-9574-48C3-A6E3-A5B2437D327C}"/>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5" name="Rectangle 13">
            <a:extLst>
              <a:ext uri="{FF2B5EF4-FFF2-40B4-BE49-F238E27FC236}">
                <a16:creationId xmlns:a16="http://schemas.microsoft.com/office/drawing/2014/main" id="{97D45712-010A-4A79-803A-424EAA9E3DEA}"/>
              </a:ext>
            </a:extLst>
          </p:cNvPr>
          <p:cNvSpPr>
            <a:spLocks noGrp="1" noChangeArrowheads="1"/>
          </p:cNvSpPr>
          <p:nvPr>
            <p:ph type="sldNum" sz="quarter" idx="12"/>
          </p:nvPr>
        </p:nvSpPr>
        <p:spPr>
          <a:ln/>
        </p:spPr>
        <p:txBody>
          <a:bodyPr/>
          <a:lstStyle>
            <a:lvl1pPr>
              <a:defRPr/>
            </a:lvl1pPr>
          </a:lstStyle>
          <a:p>
            <a:pPr>
              <a:defRPr/>
            </a:pPr>
            <a:fld id="{6B98745D-7499-44AB-B12E-1E0811D46762}" type="slidenum">
              <a:rPr lang="en-US" altLang="zh-TW"/>
              <a:pPr>
                <a:defRPr/>
              </a:pPr>
              <a:t>‹#›</a:t>
            </a:fld>
            <a:endParaRPr lang="en-US" altLang="zh-TW"/>
          </a:p>
        </p:txBody>
      </p:sp>
    </p:spTree>
    <p:extLst>
      <p:ext uri="{BB962C8B-B14F-4D97-AF65-F5344CB8AC3E}">
        <p14:creationId xmlns:p14="http://schemas.microsoft.com/office/powerpoint/2010/main" val="12523303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102A9014-F937-4A27-A2ED-DF93C6C7620A}"/>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3" name="Rectangle 12">
            <a:extLst>
              <a:ext uri="{FF2B5EF4-FFF2-40B4-BE49-F238E27FC236}">
                <a16:creationId xmlns:a16="http://schemas.microsoft.com/office/drawing/2014/main" id="{C1725B75-519A-4644-9DB2-AF28F53978B2}"/>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4" name="Rectangle 13">
            <a:extLst>
              <a:ext uri="{FF2B5EF4-FFF2-40B4-BE49-F238E27FC236}">
                <a16:creationId xmlns:a16="http://schemas.microsoft.com/office/drawing/2014/main" id="{CE6CD113-1FA7-4DB5-8626-5E447120E620}"/>
              </a:ext>
            </a:extLst>
          </p:cNvPr>
          <p:cNvSpPr>
            <a:spLocks noGrp="1" noChangeArrowheads="1"/>
          </p:cNvSpPr>
          <p:nvPr>
            <p:ph type="sldNum" sz="quarter" idx="12"/>
          </p:nvPr>
        </p:nvSpPr>
        <p:spPr>
          <a:ln/>
        </p:spPr>
        <p:txBody>
          <a:bodyPr/>
          <a:lstStyle>
            <a:lvl1pPr>
              <a:defRPr/>
            </a:lvl1pPr>
          </a:lstStyle>
          <a:p>
            <a:pPr>
              <a:defRPr/>
            </a:pPr>
            <a:fld id="{4F789C62-2176-4C36-9794-0D5471428215}" type="slidenum">
              <a:rPr lang="en-US" altLang="zh-TW"/>
              <a:pPr>
                <a:defRPr/>
              </a:pPr>
              <a:t>‹#›</a:t>
            </a:fld>
            <a:endParaRPr lang="en-US" altLang="zh-TW"/>
          </a:p>
        </p:txBody>
      </p:sp>
    </p:spTree>
    <p:extLst>
      <p:ext uri="{BB962C8B-B14F-4D97-AF65-F5344CB8AC3E}">
        <p14:creationId xmlns:p14="http://schemas.microsoft.com/office/powerpoint/2010/main" val="113830661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11">
            <a:extLst>
              <a:ext uri="{FF2B5EF4-FFF2-40B4-BE49-F238E27FC236}">
                <a16:creationId xmlns:a16="http://schemas.microsoft.com/office/drawing/2014/main" id="{F3E9D164-6882-4D27-BFFA-0552F37442DE}"/>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12">
            <a:extLst>
              <a:ext uri="{FF2B5EF4-FFF2-40B4-BE49-F238E27FC236}">
                <a16:creationId xmlns:a16="http://schemas.microsoft.com/office/drawing/2014/main" id="{C59741AE-955F-4E55-84BD-DBD0B5A704D7}"/>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13">
            <a:extLst>
              <a:ext uri="{FF2B5EF4-FFF2-40B4-BE49-F238E27FC236}">
                <a16:creationId xmlns:a16="http://schemas.microsoft.com/office/drawing/2014/main" id="{F7BFD1C9-59A8-402A-9014-E6D30EF90E72}"/>
              </a:ext>
            </a:extLst>
          </p:cNvPr>
          <p:cNvSpPr>
            <a:spLocks noGrp="1" noChangeArrowheads="1"/>
          </p:cNvSpPr>
          <p:nvPr>
            <p:ph type="sldNum" sz="quarter" idx="12"/>
          </p:nvPr>
        </p:nvSpPr>
        <p:spPr>
          <a:ln/>
        </p:spPr>
        <p:txBody>
          <a:bodyPr/>
          <a:lstStyle>
            <a:lvl1pPr>
              <a:defRPr/>
            </a:lvl1pPr>
          </a:lstStyle>
          <a:p>
            <a:pPr>
              <a:defRPr/>
            </a:pPr>
            <a:fld id="{1358B382-57AC-459B-8DA6-B148653FA4C5}" type="slidenum">
              <a:rPr lang="en-US" altLang="zh-TW"/>
              <a:pPr>
                <a:defRPr/>
              </a:pPr>
              <a:t>‹#›</a:t>
            </a:fld>
            <a:endParaRPr lang="en-US" altLang="zh-TW"/>
          </a:p>
        </p:txBody>
      </p:sp>
    </p:spTree>
    <p:extLst>
      <p:ext uri="{BB962C8B-B14F-4D97-AF65-F5344CB8AC3E}">
        <p14:creationId xmlns:p14="http://schemas.microsoft.com/office/powerpoint/2010/main" val="23783557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11">
            <a:extLst>
              <a:ext uri="{FF2B5EF4-FFF2-40B4-BE49-F238E27FC236}">
                <a16:creationId xmlns:a16="http://schemas.microsoft.com/office/drawing/2014/main" id="{E85688F9-E492-4D1D-9A65-336EEFAB76AA}"/>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12">
            <a:extLst>
              <a:ext uri="{FF2B5EF4-FFF2-40B4-BE49-F238E27FC236}">
                <a16:creationId xmlns:a16="http://schemas.microsoft.com/office/drawing/2014/main" id="{A2BE6BE6-E448-4D24-8CA4-4B5A1D34CFBC}"/>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13">
            <a:extLst>
              <a:ext uri="{FF2B5EF4-FFF2-40B4-BE49-F238E27FC236}">
                <a16:creationId xmlns:a16="http://schemas.microsoft.com/office/drawing/2014/main" id="{7104EB20-6EC7-4F3D-B922-19E53C9CBFAF}"/>
              </a:ext>
            </a:extLst>
          </p:cNvPr>
          <p:cNvSpPr>
            <a:spLocks noGrp="1" noChangeArrowheads="1"/>
          </p:cNvSpPr>
          <p:nvPr>
            <p:ph type="sldNum" sz="quarter" idx="12"/>
          </p:nvPr>
        </p:nvSpPr>
        <p:spPr>
          <a:ln/>
        </p:spPr>
        <p:txBody>
          <a:bodyPr/>
          <a:lstStyle>
            <a:lvl1pPr>
              <a:defRPr/>
            </a:lvl1pPr>
          </a:lstStyle>
          <a:p>
            <a:pPr>
              <a:defRPr/>
            </a:pPr>
            <a:fld id="{C250B9E4-53BE-4EBE-9849-0C060ADAF076}" type="slidenum">
              <a:rPr lang="en-US" altLang="zh-TW"/>
              <a:pPr>
                <a:defRPr/>
              </a:pPr>
              <a:t>‹#›</a:t>
            </a:fld>
            <a:endParaRPr lang="en-US" altLang="zh-TW"/>
          </a:p>
        </p:txBody>
      </p:sp>
    </p:spTree>
    <p:extLst>
      <p:ext uri="{BB962C8B-B14F-4D97-AF65-F5344CB8AC3E}">
        <p14:creationId xmlns:p14="http://schemas.microsoft.com/office/powerpoint/2010/main" val="37256846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1">
            <a:extLst>
              <a:ext uri="{FF2B5EF4-FFF2-40B4-BE49-F238E27FC236}">
                <a16:creationId xmlns:a16="http://schemas.microsoft.com/office/drawing/2014/main" id="{28F5D68E-345F-40E6-B534-2E96911CC9B1}"/>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12">
            <a:extLst>
              <a:ext uri="{FF2B5EF4-FFF2-40B4-BE49-F238E27FC236}">
                <a16:creationId xmlns:a16="http://schemas.microsoft.com/office/drawing/2014/main" id="{8B2E5F51-4C2A-4E54-9C6B-08B69C105B31}"/>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13">
            <a:extLst>
              <a:ext uri="{FF2B5EF4-FFF2-40B4-BE49-F238E27FC236}">
                <a16:creationId xmlns:a16="http://schemas.microsoft.com/office/drawing/2014/main" id="{556656E4-227C-4200-9FFB-540AA2D7337E}"/>
              </a:ext>
            </a:extLst>
          </p:cNvPr>
          <p:cNvSpPr>
            <a:spLocks noGrp="1" noChangeArrowheads="1"/>
          </p:cNvSpPr>
          <p:nvPr>
            <p:ph type="sldNum" sz="quarter" idx="12"/>
          </p:nvPr>
        </p:nvSpPr>
        <p:spPr>
          <a:ln/>
        </p:spPr>
        <p:txBody>
          <a:bodyPr/>
          <a:lstStyle>
            <a:lvl1pPr>
              <a:defRPr/>
            </a:lvl1pPr>
          </a:lstStyle>
          <a:p>
            <a:pPr>
              <a:defRPr/>
            </a:pPr>
            <a:fld id="{4184BE7D-E256-4542-936F-9269D1F8591C}" type="slidenum">
              <a:rPr lang="en-US" altLang="zh-TW"/>
              <a:pPr>
                <a:defRPr/>
              </a:pPr>
              <a:t>‹#›</a:t>
            </a:fld>
            <a:endParaRPr lang="en-US" altLang="zh-TW"/>
          </a:p>
        </p:txBody>
      </p:sp>
    </p:spTree>
    <p:extLst>
      <p:ext uri="{BB962C8B-B14F-4D97-AF65-F5344CB8AC3E}">
        <p14:creationId xmlns:p14="http://schemas.microsoft.com/office/powerpoint/2010/main" val="6775802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40800" y="762001"/>
            <a:ext cx="2641600" cy="532447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1016000" y="762001"/>
            <a:ext cx="7721600" cy="53244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1">
            <a:extLst>
              <a:ext uri="{FF2B5EF4-FFF2-40B4-BE49-F238E27FC236}">
                <a16:creationId xmlns:a16="http://schemas.microsoft.com/office/drawing/2014/main" id="{22BF56B5-BFCA-43C5-A909-F4F84B0DCA4A}"/>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12">
            <a:extLst>
              <a:ext uri="{FF2B5EF4-FFF2-40B4-BE49-F238E27FC236}">
                <a16:creationId xmlns:a16="http://schemas.microsoft.com/office/drawing/2014/main" id="{2F710E91-1892-4D1E-A143-C2C09D91C208}"/>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13">
            <a:extLst>
              <a:ext uri="{FF2B5EF4-FFF2-40B4-BE49-F238E27FC236}">
                <a16:creationId xmlns:a16="http://schemas.microsoft.com/office/drawing/2014/main" id="{3864ADC1-10C4-4A5E-ABBE-372740F120CB}"/>
              </a:ext>
            </a:extLst>
          </p:cNvPr>
          <p:cNvSpPr>
            <a:spLocks noGrp="1" noChangeArrowheads="1"/>
          </p:cNvSpPr>
          <p:nvPr>
            <p:ph type="sldNum" sz="quarter" idx="12"/>
          </p:nvPr>
        </p:nvSpPr>
        <p:spPr>
          <a:ln/>
        </p:spPr>
        <p:txBody>
          <a:bodyPr/>
          <a:lstStyle>
            <a:lvl1pPr>
              <a:defRPr/>
            </a:lvl1pPr>
          </a:lstStyle>
          <a:p>
            <a:pPr>
              <a:defRPr/>
            </a:pPr>
            <a:fld id="{239D2775-E5A2-4EAE-BD04-40B75D185AC1}" type="slidenum">
              <a:rPr lang="en-US" altLang="zh-TW"/>
              <a:pPr>
                <a:defRPr/>
              </a:pPr>
              <a:t>‹#›</a:t>
            </a:fld>
            <a:endParaRPr lang="en-US" altLang="zh-TW"/>
          </a:p>
        </p:txBody>
      </p:sp>
    </p:spTree>
    <p:extLst>
      <p:ext uri="{BB962C8B-B14F-4D97-AF65-F5344CB8AC3E}">
        <p14:creationId xmlns:p14="http://schemas.microsoft.com/office/powerpoint/2010/main" val="365696372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16000" y="762000"/>
            <a:ext cx="10566400" cy="11430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1117601" y="2362201"/>
            <a:ext cx="5027084"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347884" y="2362201"/>
            <a:ext cx="5027083"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11">
            <a:extLst>
              <a:ext uri="{FF2B5EF4-FFF2-40B4-BE49-F238E27FC236}">
                <a16:creationId xmlns:a16="http://schemas.microsoft.com/office/drawing/2014/main" id="{C9727157-41AC-42D4-B2C4-1FF92E0E5085}"/>
              </a:ext>
            </a:extLst>
          </p:cNvPr>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12">
            <a:extLst>
              <a:ext uri="{FF2B5EF4-FFF2-40B4-BE49-F238E27FC236}">
                <a16:creationId xmlns:a16="http://schemas.microsoft.com/office/drawing/2014/main" id="{047F6554-1385-402A-A3B1-FC4925432E48}"/>
              </a:ext>
            </a:extLst>
          </p:cNvPr>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13">
            <a:extLst>
              <a:ext uri="{FF2B5EF4-FFF2-40B4-BE49-F238E27FC236}">
                <a16:creationId xmlns:a16="http://schemas.microsoft.com/office/drawing/2014/main" id="{6F53DFCD-07D7-4238-8F57-9148A8531A37}"/>
              </a:ext>
            </a:extLst>
          </p:cNvPr>
          <p:cNvSpPr>
            <a:spLocks noGrp="1" noChangeArrowheads="1"/>
          </p:cNvSpPr>
          <p:nvPr>
            <p:ph type="sldNum" sz="quarter" idx="12"/>
          </p:nvPr>
        </p:nvSpPr>
        <p:spPr>
          <a:ln/>
        </p:spPr>
        <p:txBody>
          <a:bodyPr/>
          <a:lstStyle>
            <a:lvl1pPr>
              <a:defRPr/>
            </a:lvl1pPr>
          </a:lstStyle>
          <a:p>
            <a:pPr>
              <a:defRPr/>
            </a:pPr>
            <a:fld id="{FF07AB1C-D965-42C3-9764-3B4A392E4316}" type="slidenum">
              <a:rPr lang="en-US" altLang="zh-TW"/>
              <a:pPr>
                <a:defRPr/>
              </a:pPr>
              <a:t>‹#›</a:t>
            </a:fld>
            <a:endParaRPr lang="en-US" altLang="zh-TW"/>
          </a:p>
        </p:txBody>
      </p:sp>
    </p:spTree>
    <p:extLst>
      <p:ext uri="{BB962C8B-B14F-4D97-AF65-F5344CB8AC3E}">
        <p14:creationId xmlns:p14="http://schemas.microsoft.com/office/powerpoint/2010/main" val="504369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Pr>
        <a:gradFill rotWithShape="0">
          <a:gsLst>
            <a:gs pos="0">
              <a:schemeClr val="bg1"/>
            </a:gs>
            <a:gs pos="100000">
              <a:schemeClr val="bg2"/>
            </a:gs>
          </a:gsLst>
          <a:lin ang="0" scaled="1"/>
        </a:gra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DF0963D6-68F2-45E2-BDF5-5B0E58F0ABFE}"/>
              </a:ext>
            </a:extLst>
          </p:cNvPr>
          <p:cNvGrpSpPr>
            <a:grpSpLocks/>
          </p:cNvGrpSpPr>
          <p:nvPr/>
        </p:nvGrpSpPr>
        <p:grpSpPr bwMode="auto">
          <a:xfrm>
            <a:off x="0" y="1588"/>
            <a:ext cx="12177184" cy="6845300"/>
            <a:chOff x="0" y="1"/>
            <a:chExt cx="5753" cy="4312"/>
          </a:xfrm>
        </p:grpSpPr>
        <p:sp>
          <p:nvSpPr>
            <p:cNvPr id="77827" name="Freeform 3">
              <a:extLst>
                <a:ext uri="{FF2B5EF4-FFF2-40B4-BE49-F238E27FC236}">
                  <a16:creationId xmlns:a16="http://schemas.microsoft.com/office/drawing/2014/main" id="{86828E8B-082A-495B-8B0B-59F1669C0092}"/>
                </a:ext>
              </a:extLst>
            </p:cNvPr>
            <p:cNvSpPr>
              <a:spLocks/>
            </p:cNvSpPr>
            <p:nvPr/>
          </p:nvSpPr>
          <p:spPr bwMode="auto">
            <a:xfrm>
              <a:off x="3394" y="999"/>
              <a:ext cx="2359" cy="3314"/>
            </a:xfrm>
            <a:custGeom>
              <a:avLst/>
              <a:gdLst>
                <a:gd name="T0" fmla="*/ 1905 w 2359"/>
                <a:gd name="T1" fmla="*/ 3312 h 3314"/>
                <a:gd name="T2" fmla="*/ 2358 w 2359"/>
                <a:gd name="T3" fmla="*/ 3313 h 3314"/>
                <a:gd name="T4" fmla="*/ 2358 w 2359"/>
                <a:gd name="T5" fmla="*/ 1437 h 3314"/>
                <a:gd name="T6" fmla="*/ 0 w 2359"/>
                <a:gd name="T7" fmla="*/ 0 h 3314"/>
                <a:gd name="T8" fmla="*/ 201 w 2359"/>
                <a:gd name="T9" fmla="*/ 150 h 3314"/>
                <a:gd name="T10" fmla="*/ 366 w 2359"/>
                <a:gd name="T11" fmla="*/ 279 h 3314"/>
                <a:gd name="T12" fmla="*/ 552 w 2359"/>
                <a:gd name="T13" fmla="*/ 441 h 3314"/>
                <a:gd name="T14" fmla="*/ 732 w 2359"/>
                <a:gd name="T15" fmla="*/ 612 h 3314"/>
                <a:gd name="T16" fmla="*/ 996 w 2359"/>
                <a:gd name="T17" fmla="*/ 903 h 3314"/>
                <a:gd name="T18" fmla="*/ 1230 w 2359"/>
                <a:gd name="T19" fmla="*/ 1212 h 3314"/>
                <a:gd name="T20" fmla="*/ 1400 w 2359"/>
                <a:gd name="T21" fmla="*/ 1482 h 3314"/>
                <a:gd name="T22" fmla="*/ 1548 w 2359"/>
                <a:gd name="T23" fmla="*/ 1761 h 3314"/>
                <a:gd name="T24" fmla="*/ 1665 w 2359"/>
                <a:gd name="T25" fmla="*/ 2040 h 3314"/>
                <a:gd name="T26" fmla="*/ 1751 w 2359"/>
                <a:gd name="T27" fmla="*/ 2295 h 3314"/>
                <a:gd name="T28" fmla="*/ 1809 w 2359"/>
                <a:gd name="T29" fmla="*/ 2511 h 3314"/>
                <a:gd name="T30" fmla="*/ 1863 w 2359"/>
                <a:gd name="T31" fmla="*/ 2778 h 3314"/>
                <a:gd name="T32" fmla="*/ 1890 w 2359"/>
                <a:gd name="T33" fmla="*/ 3012 h 3314"/>
                <a:gd name="T34" fmla="*/ 1905 w 2359"/>
                <a:gd name="T35" fmla="*/ 3312 h 3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59" h="3314">
                  <a:moveTo>
                    <a:pt x="1905" y="3312"/>
                  </a:moveTo>
                  <a:lnTo>
                    <a:pt x="2358" y="3313"/>
                  </a:lnTo>
                  <a:lnTo>
                    <a:pt x="2358" y="1437"/>
                  </a:lnTo>
                  <a:lnTo>
                    <a:pt x="0" y="0"/>
                  </a:lnTo>
                  <a:lnTo>
                    <a:pt x="201" y="150"/>
                  </a:lnTo>
                  <a:lnTo>
                    <a:pt x="366" y="279"/>
                  </a:lnTo>
                  <a:lnTo>
                    <a:pt x="552" y="441"/>
                  </a:lnTo>
                  <a:lnTo>
                    <a:pt x="732" y="612"/>
                  </a:lnTo>
                  <a:lnTo>
                    <a:pt x="996" y="903"/>
                  </a:lnTo>
                  <a:lnTo>
                    <a:pt x="1230" y="1212"/>
                  </a:lnTo>
                  <a:lnTo>
                    <a:pt x="1400" y="1482"/>
                  </a:lnTo>
                  <a:lnTo>
                    <a:pt x="1548" y="1761"/>
                  </a:lnTo>
                  <a:lnTo>
                    <a:pt x="1665" y="2040"/>
                  </a:lnTo>
                  <a:lnTo>
                    <a:pt x="1751" y="2295"/>
                  </a:lnTo>
                  <a:lnTo>
                    <a:pt x="1809" y="2511"/>
                  </a:lnTo>
                  <a:lnTo>
                    <a:pt x="1863" y="2778"/>
                  </a:lnTo>
                  <a:lnTo>
                    <a:pt x="1890" y="3012"/>
                  </a:lnTo>
                  <a:lnTo>
                    <a:pt x="1905" y="3312"/>
                  </a:lnTo>
                </a:path>
              </a:pathLst>
            </a:custGeom>
            <a:gradFill rotWithShape="0">
              <a:gsLst>
                <a:gs pos="0">
                  <a:schemeClr val="accent2">
                    <a:gamma/>
                    <a:shade val="46275"/>
                    <a:invGamma/>
                  </a:schemeClr>
                </a:gs>
                <a:gs pos="100000">
                  <a:schemeClr val="accent2"/>
                </a:gs>
              </a:gsLst>
              <a:lin ang="0" scaled="1"/>
            </a:gradFill>
            <a:ln>
              <a:noFill/>
            </a:ln>
            <a:effectLst/>
          </p:spPr>
          <p:txBody>
            <a:bodyPr/>
            <a:lstStyle/>
            <a:p>
              <a:pPr eaLnBrk="1" hangingPunct="1">
                <a:defRPr/>
              </a:pPr>
              <a:endParaRPr lang="en-IN" sz="1800"/>
            </a:p>
          </p:txBody>
        </p:sp>
        <p:sp>
          <p:nvSpPr>
            <p:cNvPr id="1033" name="Arc 4">
              <a:extLst>
                <a:ext uri="{FF2B5EF4-FFF2-40B4-BE49-F238E27FC236}">
                  <a16:creationId xmlns:a16="http://schemas.microsoft.com/office/drawing/2014/main" id="{40CE2D4C-5B4B-4E49-8163-AD358AEBB6D6}"/>
                </a:ext>
              </a:extLst>
            </p:cNvPr>
            <p:cNvSpPr>
              <a:spLocks/>
            </p:cNvSpPr>
            <p:nvPr/>
          </p:nvSpPr>
          <p:spPr bwMode="auto">
            <a:xfrm>
              <a:off x="0" y="1"/>
              <a:ext cx="5298" cy="4312"/>
            </a:xfrm>
            <a:custGeom>
              <a:avLst/>
              <a:gdLst>
                <a:gd name="T0" fmla="*/ 0 w 21600"/>
                <a:gd name="T1" fmla="*/ 0 h 21600"/>
                <a:gd name="T2" fmla="*/ 5298 w 21600"/>
                <a:gd name="T3" fmla="*/ 4312 h 21600"/>
                <a:gd name="T4" fmla="*/ 0 w 21600"/>
                <a:gd name="T5" fmla="*/ 431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1270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sp>
        <p:nvSpPr>
          <p:cNvPr id="77829" name="Rectangle 5">
            <a:extLst>
              <a:ext uri="{FF2B5EF4-FFF2-40B4-BE49-F238E27FC236}">
                <a16:creationId xmlns:a16="http://schemas.microsoft.com/office/drawing/2014/main" id="{7A11DCAA-D206-4140-8E01-17E678C7EB5E}"/>
              </a:ext>
            </a:extLst>
          </p:cNvPr>
          <p:cNvSpPr>
            <a:spLocks noGrp="1" noChangeArrowheads="1"/>
          </p:cNvSpPr>
          <p:nvPr>
            <p:ph type="title"/>
          </p:nvPr>
        </p:nvSpPr>
        <p:spPr bwMode="auto">
          <a:xfrm>
            <a:off x="914400" y="609600"/>
            <a:ext cx="10363200" cy="1143000"/>
          </a:xfrm>
          <a:prstGeom prst="rect">
            <a:avLst/>
          </a:prstGeom>
          <a:noFill/>
          <a:ln>
            <a:noFill/>
          </a:ln>
          <a:effec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77830" name="Rectangle 6">
            <a:extLst>
              <a:ext uri="{FF2B5EF4-FFF2-40B4-BE49-F238E27FC236}">
                <a16:creationId xmlns:a16="http://schemas.microsoft.com/office/drawing/2014/main" id="{D8039550-6EA7-4BEC-B116-68B4B1AA6C56}"/>
              </a:ext>
            </a:extLst>
          </p:cNvPr>
          <p:cNvSpPr>
            <a:spLocks noGrp="1" noChangeArrowheads="1"/>
          </p:cNvSpPr>
          <p:nvPr>
            <p:ph type="dt" sz="half" idx="2"/>
          </p:nvPr>
        </p:nvSpPr>
        <p:spPr bwMode="auto">
          <a:xfrm>
            <a:off x="914400" y="6248400"/>
            <a:ext cx="2540000" cy="457200"/>
          </a:xfrm>
          <a:prstGeom prst="rect">
            <a:avLst/>
          </a:prstGeom>
          <a:noFill/>
          <a:ln>
            <a:noFill/>
          </a:ln>
          <a:effectLst/>
        </p:spPr>
        <p:txBody>
          <a:bodyPr vert="horz" wrap="square" lIns="92075" tIns="46038" rIns="92075" bIns="46038" numCol="1" anchor="ctr" anchorCtr="0" compatLnSpc="1">
            <a:prstTxWarp prst="textNoShape">
              <a:avLst/>
            </a:prstTxWarp>
          </a:bodyPr>
          <a:lstStyle>
            <a:lvl1pPr eaLnBrk="1" hangingPunct="1">
              <a:defRPr sz="1400"/>
            </a:lvl1pPr>
          </a:lstStyle>
          <a:p>
            <a:pPr>
              <a:defRPr/>
            </a:pPr>
            <a:endParaRPr lang="en-US" altLang="en-US"/>
          </a:p>
        </p:txBody>
      </p:sp>
      <p:sp>
        <p:nvSpPr>
          <p:cNvPr id="77831" name="Rectangle 7">
            <a:extLst>
              <a:ext uri="{FF2B5EF4-FFF2-40B4-BE49-F238E27FC236}">
                <a16:creationId xmlns:a16="http://schemas.microsoft.com/office/drawing/2014/main" id="{434ADB45-691F-4BC9-925F-5D3E5C5EC165}"/>
              </a:ext>
            </a:extLst>
          </p:cNvPr>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2075" tIns="46038" rIns="92075" bIns="46038" numCol="1" anchor="ctr" anchorCtr="0" compatLnSpc="1">
            <a:prstTxWarp prst="textNoShape">
              <a:avLst/>
            </a:prstTxWarp>
          </a:bodyPr>
          <a:lstStyle>
            <a:lvl1pPr algn="ctr" eaLnBrk="1" hangingPunct="1">
              <a:defRPr sz="1400"/>
            </a:lvl1pPr>
          </a:lstStyle>
          <a:p>
            <a:pPr>
              <a:defRPr/>
            </a:pPr>
            <a:r>
              <a:rPr lang="en-US" altLang="en-US"/>
              <a:t>History of ANN</a:t>
            </a:r>
          </a:p>
        </p:txBody>
      </p:sp>
      <p:sp>
        <p:nvSpPr>
          <p:cNvPr id="77832" name="Rectangle 8">
            <a:extLst>
              <a:ext uri="{FF2B5EF4-FFF2-40B4-BE49-F238E27FC236}">
                <a16:creationId xmlns:a16="http://schemas.microsoft.com/office/drawing/2014/main" id="{D32993EA-43DF-4882-A621-3E0C9A8551B9}"/>
              </a:ext>
            </a:extLst>
          </p:cNvPr>
          <p:cNvSpPr>
            <a:spLocks noGrp="1" noChangeArrowheads="1"/>
          </p:cNvSpPr>
          <p:nvPr>
            <p:ph type="sldNum" sz="quarter" idx="4"/>
          </p:nvPr>
        </p:nvSpPr>
        <p:spPr bwMode="auto">
          <a:xfrm>
            <a:off x="8737600" y="6248400"/>
            <a:ext cx="2540000" cy="457200"/>
          </a:xfrm>
          <a:prstGeom prst="rect">
            <a:avLst/>
          </a:prstGeom>
          <a:noFill/>
          <a:ln>
            <a:noFill/>
          </a:ln>
          <a:effectLst/>
        </p:spPr>
        <p:txBody>
          <a:bodyPr vert="horz" wrap="square" lIns="92075" tIns="46038" rIns="92075" bIns="46038" numCol="1" anchor="ctr" anchorCtr="0" compatLnSpc="1">
            <a:prstTxWarp prst="textNoShape">
              <a:avLst/>
            </a:prstTxWarp>
          </a:bodyPr>
          <a:lstStyle>
            <a:lvl1pPr algn="r" eaLnBrk="1" hangingPunct="1">
              <a:defRPr sz="1400" smtClean="0"/>
            </a:lvl1pPr>
          </a:lstStyle>
          <a:p>
            <a:pPr>
              <a:defRPr/>
            </a:pPr>
            <a:fld id="{1C51A5B0-5930-434E-B3CB-234EBE7D7E67}" type="slidenum">
              <a:rPr lang="en-US" altLang="en-US"/>
              <a:pPr>
                <a:defRPr/>
              </a:pPr>
              <a:t>‹#›</a:t>
            </a:fld>
            <a:endParaRPr lang="en-US" altLang="en-US"/>
          </a:p>
        </p:txBody>
      </p:sp>
      <p:sp>
        <p:nvSpPr>
          <p:cNvPr id="1031" name="Rectangle 9">
            <a:extLst>
              <a:ext uri="{FF2B5EF4-FFF2-40B4-BE49-F238E27FC236}">
                <a16:creationId xmlns:a16="http://schemas.microsoft.com/office/drawing/2014/main" id="{12603546-1BC9-49AB-B8CE-D29F759C27CD}"/>
              </a:ext>
            </a:extLst>
          </p:cNvPr>
          <p:cNvSpPr>
            <a:spLocks noGrp="1" noChangeArrowheads="1"/>
          </p:cNvSpPr>
          <p:nvPr>
            <p:ph type="body" idx="1"/>
          </p:nvPr>
        </p:nvSpPr>
        <p:spPr bwMode="auto">
          <a:xfrm>
            <a:off x="914400" y="19812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extLst>
      <p:ext uri="{BB962C8B-B14F-4D97-AF65-F5344CB8AC3E}">
        <p14:creationId xmlns:p14="http://schemas.microsoft.com/office/powerpoint/2010/main" val="2848622434"/>
      </p:ext>
    </p:extLst>
  </p:cSld>
  <p:clrMap bg1="dk2" tx1="lt1" bg2="dk1"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ctr" rtl="0" eaLnBrk="0" fontAlgn="base" hangingPunct="0">
        <a:spcBef>
          <a:spcPct val="0"/>
        </a:spcBef>
        <a:spcAft>
          <a:spcPct val="0"/>
        </a:spcAft>
        <a:defRPr sz="4400" kern="12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defRPr>
      </a:lvl9pPr>
    </p:titleStyle>
    <p:body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D990D50E-5370-4875-89A5-B43575EFBC2E}"/>
              </a:ext>
            </a:extLst>
          </p:cNvPr>
          <p:cNvGrpSpPr>
            <a:grpSpLocks/>
          </p:cNvGrpSpPr>
          <p:nvPr/>
        </p:nvGrpSpPr>
        <p:grpSpPr bwMode="auto">
          <a:xfrm>
            <a:off x="0" y="0"/>
            <a:ext cx="10160000" cy="6858000"/>
            <a:chOff x="0" y="0"/>
            <a:chExt cx="4800" cy="4320"/>
          </a:xfrm>
        </p:grpSpPr>
        <p:grpSp>
          <p:nvGrpSpPr>
            <p:cNvPr id="1032" name="Group 3">
              <a:extLst>
                <a:ext uri="{FF2B5EF4-FFF2-40B4-BE49-F238E27FC236}">
                  <a16:creationId xmlns:a16="http://schemas.microsoft.com/office/drawing/2014/main" id="{CC07D3A1-7E94-4410-8FFB-EAE9BED466D8}"/>
                </a:ext>
              </a:extLst>
            </p:cNvPr>
            <p:cNvGrpSpPr>
              <a:grpSpLocks/>
            </p:cNvGrpSpPr>
            <p:nvPr userDrawn="1"/>
          </p:nvGrpSpPr>
          <p:grpSpPr bwMode="auto">
            <a:xfrm>
              <a:off x="0" y="0"/>
              <a:ext cx="2016" cy="4320"/>
              <a:chOff x="0" y="0"/>
              <a:chExt cx="2016" cy="4320"/>
            </a:xfrm>
          </p:grpSpPr>
          <p:sp>
            <p:nvSpPr>
              <p:cNvPr id="1036" name="Rectangle 4">
                <a:extLst>
                  <a:ext uri="{FF2B5EF4-FFF2-40B4-BE49-F238E27FC236}">
                    <a16:creationId xmlns:a16="http://schemas.microsoft.com/office/drawing/2014/main" id="{C65CB585-0961-4998-8501-B63678626718}"/>
                  </a:ext>
                </a:extLst>
              </p:cNvPr>
              <p:cNvSpPr>
                <a:spLocks noChangeArrowheads="1"/>
              </p:cNvSpPr>
              <p:nvPr userDrawn="1"/>
            </p:nvSpPr>
            <p:spPr bwMode="auto">
              <a:xfrm>
                <a:off x="0" y="0"/>
                <a:ext cx="480" cy="4320"/>
              </a:xfrm>
              <a:prstGeom prst="rect">
                <a:avLst/>
              </a:prstGeom>
              <a:solidFill>
                <a:schemeClr val="accent2"/>
              </a:solidFill>
              <a:ln>
                <a:noFill/>
              </a:ln>
              <a:effectLst/>
            </p:spPr>
            <p:txBody>
              <a:bodyPr wrap="none" anchor="ctr"/>
              <a:lstStyle>
                <a:lvl1pPr>
                  <a:defRPr kumimoji="1">
                    <a:solidFill>
                      <a:schemeClr val="tx1"/>
                    </a:solidFill>
                    <a:latin typeface="Arial" panose="020B0604020202020204" pitchFamily="34" charset="0"/>
                    <a:ea typeface="PMingLiU" panose="02020500000000000000" pitchFamily="18" charset="-120"/>
                  </a:defRPr>
                </a:lvl1pPr>
                <a:lvl2pPr marL="742950" indent="-285750">
                  <a:defRPr kumimoji="1">
                    <a:solidFill>
                      <a:schemeClr val="tx1"/>
                    </a:solidFill>
                    <a:latin typeface="Arial" panose="020B0604020202020204" pitchFamily="34" charset="0"/>
                    <a:ea typeface="PMingLiU" panose="02020500000000000000" pitchFamily="18" charset="-120"/>
                  </a:defRPr>
                </a:lvl2pPr>
                <a:lvl3pPr marL="1143000" indent="-228600">
                  <a:defRPr kumimoji="1">
                    <a:solidFill>
                      <a:schemeClr val="tx1"/>
                    </a:solidFill>
                    <a:latin typeface="Arial" panose="020B0604020202020204" pitchFamily="34" charset="0"/>
                    <a:ea typeface="PMingLiU" panose="02020500000000000000" pitchFamily="18" charset="-120"/>
                  </a:defRPr>
                </a:lvl3pPr>
                <a:lvl4pPr marL="1600200" indent="-228600">
                  <a:defRPr kumimoji="1">
                    <a:solidFill>
                      <a:schemeClr val="tx1"/>
                    </a:solidFill>
                    <a:latin typeface="Arial" panose="020B0604020202020204" pitchFamily="34" charset="0"/>
                    <a:ea typeface="PMingLiU" panose="02020500000000000000" pitchFamily="18" charset="-120"/>
                  </a:defRPr>
                </a:lvl4pPr>
                <a:lvl5pPr marL="2057400" indent="-228600">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eaLnBrk="1" hangingPunct="1">
                  <a:defRPr/>
                </a:pPr>
                <a:endParaRPr lang="en-IN" altLang="en-US" sz="1800"/>
              </a:p>
            </p:txBody>
          </p:sp>
          <p:sp>
            <p:nvSpPr>
              <p:cNvPr id="1037" name="Freeform 5">
                <a:extLst>
                  <a:ext uri="{FF2B5EF4-FFF2-40B4-BE49-F238E27FC236}">
                    <a16:creationId xmlns:a16="http://schemas.microsoft.com/office/drawing/2014/main" id="{CFFE8686-047B-4814-A4DE-06344472F067}"/>
                  </a:ext>
                </a:extLst>
              </p:cNvPr>
              <p:cNvSpPr>
                <a:spLocks/>
              </p:cNvSpPr>
              <p:nvPr userDrawn="1"/>
            </p:nvSpPr>
            <p:spPr bwMode="auto">
              <a:xfrm>
                <a:off x="288" y="0"/>
                <a:ext cx="1728" cy="735"/>
              </a:xfrm>
              <a:custGeom>
                <a:avLst/>
                <a:gdLst>
                  <a:gd name="T0" fmla="*/ 1728 w 1728"/>
                  <a:gd name="T1" fmla="*/ 0 h 735"/>
                  <a:gd name="T2" fmla="*/ 1728 w 1728"/>
                  <a:gd name="T3" fmla="*/ 480 h 735"/>
                  <a:gd name="T4" fmla="*/ 380 w 1728"/>
                  <a:gd name="T5" fmla="*/ 482 h 735"/>
                  <a:gd name="T6" fmla="*/ 354 w 1728"/>
                  <a:gd name="T7" fmla="*/ 480 h 735"/>
                  <a:gd name="T8" fmla="*/ 308 w 1728"/>
                  <a:gd name="T9" fmla="*/ 489 h 735"/>
                  <a:gd name="T10" fmla="*/ 246 w 1728"/>
                  <a:gd name="T11" fmla="*/ 531 h 735"/>
                  <a:gd name="T12" fmla="*/ 206 w 1728"/>
                  <a:gd name="T13" fmla="*/ 597 h 735"/>
                  <a:gd name="T14" fmla="*/ 192 w 1728"/>
                  <a:gd name="T15" fmla="*/ 666 h 735"/>
                  <a:gd name="T16" fmla="*/ 192 w 1728"/>
                  <a:gd name="T17" fmla="*/ 735 h 735"/>
                  <a:gd name="T18" fmla="*/ 0 w 1728"/>
                  <a:gd name="T19" fmla="*/ 735 h 735"/>
                  <a:gd name="T20" fmla="*/ 0 w 1728"/>
                  <a:gd name="T21" fmla="*/ 480 h 735"/>
                  <a:gd name="T22" fmla="*/ 0 w 1728"/>
                  <a:gd name="T23" fmla="*/ 0 h 735"/>
                  <a:gd name="T24" fmla="*/ 1728 w 1728"/>
                  <a:gd name="T25" fmla="*/ 0 h 7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chemeClr val="accent2"/>
              </a:solidFill>
              <a:ln>
                <a:noFill/>
              </a:ln>
              <a:effectLst/>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1800"/>
              </a:p>
            </p:txBody>
          </p:sp>
        </p:grpSp>
        <p:grpSp>
          <p:nvGrpSpPr>
            <p:cNvPr id="1033" name="Group 6">
              <a:extLst>
                <a:ext uri="{FF2B5EF4-FFF2-40B4-BE49-F238E27FC236}">
                  <a16:creationId xmlns:a16="http://schemas.microsoft.com/office/drawing/2014/main" id="{0523F05A-C690-4294-8CB6-DC8C2F996F5C}"/>
                </a:ext>
              </a:extLst>
            </p:cNvPr>
            <p:cNvGrpSpPr>
              <a:grpSpLocks/>
            </p:cNvGrpSpPr>
            <p:nvPr/>
          </p:nvGrpSpPr>
          <p:grpSpPr bwMode="auto">
            <a:xfrm>
              <a:off x="144" y="1248"/>
              <a:ext cx="4656" cy="201"/>
              <a:chOff x="144" y="1248"/>
              <a:chExt cx="4656" cy="201"/>
            </a:xfrm>
          </p:grpSpPr>
          <p:sp>
            <p:nvSpPr>
              <p:cNvPr id="1034" name="AutoShape 7">
                <a:extLst>
                  <a:ext uri="{FF2B5EF4-FFF2-40B4-BE49-F238E27FC236}">
                    <a16:creationId xmlns:a16="http://schemas.microsoft.com/office/drawing/2014/main" id="{1B72F591-812D-4249-9290-A800D68787D4}"/>
                  </a:ext>
                </a:extLst>
              </p:cNvPr>
              <p:cNvSpPr>
                <a:spLocks noChangeArrowheads="1"/>
              </p:cNvSpPr>
              <p:nvPr/>
            </p:nvSpPr>
            <p:spPr bwMode="auto">
              <a:xfrm>
                <a:off x="384" y="1248"/>
                <a:ext cx="4416" cy="200"/>
              </a:xfrm>
              <a:prstGeom prst="roundRect">
                <a:avLst>
                  <a:gd name="adj" fmla="val 0"/>
                </a:avLst>
              </a:prstGeom>
              <a:solidFill>
                <a:schemeClr val="hlink"/>
              </a:solidFill>
              <a:ln>
                <a:noFill/>
              </a:ln>
              <a:effectLst/>
            </p:spPr>
            <p:txBody>
              <a:bodyPr wrap="none" anchor="ctr"/>
              <a:lstStyle>
                <a:lvl1pPr>
                  <a:defRPr kumimoji="1">
                    <a:solidFill>
                      <a:schemeClr val="tx1"/>
                    </a:solidFill>
                    <a:latin typeface="Arial" panose="020B0604020202020204" pitchFamily="34" charset="0"/>
                    <a:ea typeface="PMingLiU" panose="02020500000000000000" pitchFamily="18" charset="-120"/>
                  </a:defRPr>
                </a:lvl1pPr>
                <a:lvl2pPr marL="742950" indent="-285750">
                  <a:defRPr kumimoji="1">
                    <a:solidFill>
                      <a:schemeClr val="tx1"/>
                    </a:solidFill>
                    <a:latin typeface="Arial" panose="020B0604020202020204" pitchFamily="34" charset="0"/>
                    <a:ea typeface="PMingLiU" panose="02020500000000000000" pitchFamily="18" charset="-120"/>
                  </a:defRPr>
                </a:lvl2pPr>
                <a:lvl3pPr marL="1143000" indent="-228600">
                  <a:defRPr kumimoji="1">
                    <a:solidFill>
                      <a:schemeClr val="tx1"/>
                    </a:solidFill>
                    <a:latin typeface="Arial" panose="020B0604020202020204" pitchFamily="34" charset="0"/>
                    <a:ea typeface="PMingLiU" panose="02020500000000000000" pitchFamily="18" charset="-120"/>
                  </a:defRPr>
                </a:lvl3pPr>
                <a:lvl4pPr marL="1600200" indent="-228600">
                  <a:defRPr kumimoji="1">
                    <a:solidFill>
                      <a:schemeClr val="tx1"/>
                    </a:solidFill>
                    <a:latin typeface="Arial" panose="020B0604020202020204" pitchFamily="34" charset="0"/>
                    <a:ea typeface="PMingLiU" panose="02020500000000000000" pitchFamily="18" charset="-120"/>
                  </a:defRPr>
                </a:lvl4pPr>
                <a:lvl5pPr marL="2057400" indent="-228600">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eaLnBrk="1" hangingPunct="1">
                  <a:defRPr/>
                </a:pPr>
                <a:endParaRPr lang="en-IN" altLang="en-US" sz="1800"/>
              </a:p>
            </p:txBody>
          </p:sp>
          <p:sp>
            <p:nvSpPr>
              <p:cNvPr id="1035" name="AutoShape 8">
                <a:extLst>
                  <a:ext uri="{FF2B5EF4-FFF2-40B4-BE49-F238E27FC236}">
                    <a16:creationId xmlns:a16="http://schemas.microsoft.com/office/drawing/2014/main" id="{285CBC24-AAE6-4C4D-A272-CAB9B772E96C}"/>
                  </a:ext>
                </a:extLst>
              </p:cNvPr>
              <p:cNvSpPr>
                <a:spLocks noChangeArrowheads="1"/>
              </p:cNvSpPr>
              <p:nvPr/>
            </p:nvSpPr>
            <p:spPr bwMode="auto">
              <a:xfrm flipH="1">
                <a:off x="144" y="1248"/>
                <a:ext cx="248" cy="201"/>
              </a:xfrm>
              <a:prstGeom prst="flowChartDelay">
                <a:avLst/>
              </a:prstGeom>
              <a:solidFill>
                <a:schemeClr val="hlink"/>
              </a:solidFill>
              <a:ln>
                <a:noFill/>
              </a:ln>
              <a:effectLst/>
            </p:spPr>
            <p:txBody>
              <a:bodyPr wrap="none" anchor="ctr"/>
              <a:lstStyle>
                <a:lvl1pPr>
                  <a:defRPr kumimoji="1">
                    <a:solidFill>
                      <a:schemeClr val="tx1"/>
                    </a:solidFill>
                    <a:latin typeface="Arial" panose="020B0604020202020204" pitchFamily="34" charset="0"/>
                    <a:ea typeface="PMingLiU" panose="02020500000000000000" pitchFamily="18" charset="-120"/>
                  </a:defRPr>
                </a:lvl1pPr>
                <a:lvl2pPr marL="742950" indent="-285750">
                  <a:defRPr kumimoji="1">
                    <a:solidFill>
                      <a:schemeClr val="tx1"/>
                    </a:solidFill>
                    <a:latin typeface="Arial" panose="020B0604020202020204" pitchFamily="34" charset="0"/>
                    <a:ea typeface="PMingLiU" panose="02020500000000000000" pitchFamily="18" charset="-120"/>
                  </a:defRPr>
                </a:lvl2pPr>
                <a:lvl3pPr marL="1143000" indent="-228600">
                  <a:defRPr kumimoji="1">
                    <a:solidFill>
                      <a:schemeClr val="tx1"/>
                    </a:solidFill>
                    <a:latin typeface="Arial" panose="020B0604020202020204" pitchFamily="34" charset="0"/>
                    <a:ea typeface="PMingLiU" panose="02020500000000000000" pitchFamily="18" charset="-120"/>
                  </a:defRPr>
                </a:lvl3pPr>
                <a:lvl4pPr marL="1600200" indent="-228600">
                  <a:defRPr kumimoji="1">
                    <a:solidFill>
                      <a:schemeClr val="tx1"/>
                    </a:solidFill>
                    <a:latin typeface="Arial" panose="020B0604020202020204" pitchFamily="34" charset="0"/>
                    <a:ea typeface="PMingLiU" panose="02020500000000000000" pitchFamily="18" charset="-120"/>
                  </a:defRPr>
                </a:lvl4pPr>
                <a:lvl5pPr marL="2057400" indent="-228600">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eaLnBrk="1" hangingPunct="1">
                  <a:defRPr/>
                </a:pPr>
                <a:endParaRPr lang="en-IN" altLang="en-US" sz="1800"/>
              </a:p>
            </p:txBody>
          </p:sp>
        </p:grpSp>
      </p:grpSp>
      <p:sp>
        <p:nvSpPr>
          <p:cNvPr id="1027" name="AutoShape 9">
            <a:extLst>
              <a:ext uri="{FF2B5EF4-FFF2-40B4-BE49-F238E27FC236}">
                <a16:creationId xmlns:a16="http://schemas.microsoft.com/office/drawing/2014/main" id="{E893C7FF-6A4E-410F-9EBD-DC152F4CB29F}"/>
              </a:ext>
            </a:extLst>
          </p:cNvPr>
          <p:cNvSpPr>
            <a:spLocks noGrp="1" noChangeArrowheads="1"/>
          </p:cNvSpPr>
          <p:nvPr>
            <p:ph type="title"/>
          </p:nvPr>
        </p:nvSpPr>
        <p:spPr bwMode="auto">
          <a:xfrm>
            <a:off x="1016000" y="762000"/>
            <a:ext cx="10566400" cy="1143000"/>
          </a:xfrm>
          <a:prstGeom prst="roundRect">
            <a:avLst>
              <a:gd name="adj" fmla="val 21667"/>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TW" altLang="en-US"/>
              <a:t>按一下以編輯母片標題樣式</a:t>
            </a:r>
          </a:p>
        </p:txBody>
      </p:sp>
      <p:sp>
        <p:nvSpPr>
          <p:cNvPr id="1028" name="Rectangle 10">
            <a:extLst>
              <a:ext uri="{FF2B5EF4-FFF2-40B4-BE49-F238E27FC236}">
                <a16:creationId xmlns:a16="http://schemas.microsoft.com/office/drawing/2014/main" id="{1606ADDB-1DC4-444C-90E6-6486CCAC8D03}"/>
              </a:ext>
            </a:extLst>
          </p:cNvPr>
          <p:cNvSpPr>
            <a:spLocks noGrp="1" noChangeArrowheads="1"/>
          </p:cNvSpPr>
          <p:nvPr>
            <p:ph type="body" idx="1"/>
          </p:nvPr>
        </p:nvSpPr>
        <p:spPr bwMode="auto">
          <a:xfrm>
            <a:off x="1117601" y="2362201"/>
            <a:ext cx="10257367" cy="372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107" name="Rectangle 11">
            <a:extLst>
              <a:ext uri="{FF2B5EF4-FFF2-40B4-BE49-F238E27FC236}">
                <a16:creationId xmlns:a16="http://schemas.microsoft.com/office/drawing/2014/main" id="{91BDE505-5468-4C32-898F-655B0884D730}"/>
              </a:ext>
            </a:extLst>
          </p:cNvPr>
          <p:cNvSpPr>
            <a:spLocks noGrp="1" noChangeArrowheads="1"/>
          </p:cNvSpPr>
          <p:nvPr>
            <p:ph type="dt" sz="half" idx="2"/>
          </p:nvPr>
        </p:nvSpPr>
        <p:spPr bwMode="auto">
          <a:xfrm>
            <a:off x="3251201" y="6248401"/>
            <a:ext cx="2840567" cy="474663"/>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kumimoji="0" sz="1400">
                <a:ea typeface="新細明體" panose="02020500000000000000" pitchFamily="18" charset="-120"/>
              </a:defRPr>
            </a:lvl1pPr>
          </a:lstStyle>
          <a:p>
            <a:pPr>
              <a:defRPr/>
            </a:pPr>
            <a:endParaRPr lang="en-US" altLang="zh-TW"/>
          </a:p>
        </p:txBody>
      </p:sp>
      <p:sp>
        <p:nvSpPr>
          <p:cNvPr id="4108" name="Rectangle 12">
            <a:extLst>
              <a:ext uri="{FF2B5EF4-FFF2-40B4-BE49-F238E27FC236}">
                <a16:creationId xmlns:a16="http://schemas.microsoft.com/office/drawing/2014/main" id="{A19BC657-9B74-4172-81F5-4D173EA383C0}"/>
              </a:ext>
            </a:extLst>
          </p:cNvPr>
          <p:cNvSpPr>
            <a:spLocks noGrp="1" noChangeArrowheads="1"/>
          </p:cNvSpPr>
          <p:nvPr>
            <p:ph type="ftr" sz="quarter" idx="3"/>
          </p:nvPr>
        </p:nvSpPr>
        <p:spPr bwMode="auto">
          <a:xfrm>
            <a:off x="7721600" y="6248401"/>
            <a:ext cx="3862917" cy="474663"/>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defRPr kumimoji="0" sz="1400">
                <a:ea typeface="新細明體" panose="02020500000000000000" pitchFamily="18" charset="-120"/>
              </a:defRPr>
            </a:lvl1pPr>
          </a:lstStyle>
          <a:p>
            <a:pPr>
              <a:defRPr/>
            </a:pPr>
            <a:endParaRPr lang="en-US" altLang="zh-TW"/>
          </a:p>
        </p:txBody>
      </p:sp>
      <p:sp>
        <p:nvSpPr>
          <p:cNvPr id="4109" name="Rectangle 13">
            <a:extLst>
              <a:ext uri="{FF2B5EF4-FFF2-40B4-BE49-F238E27FC236}">
                <a16:creationId xmlns:a16="http://schemas.microsoft.com/office/drawing/2014/main" id="{72DB113F-F573-46B5-A403-797085015BEE}"/>
              </a:ext>
            </a:extLst>
          </p:cNvPr>
          <p:cNvSpPr>
            <a:spLocks noGrp="1" noChangeArrowheads="1"/>
          </p:cNvSpPr>
          <p:nvPr>
            <p:ph type="sldNum" sz="quarter" idx="4"/>
          </p:nvPr>
        </p:nvSpPr>
        <p:spPr bwMode="auto">
          <a:xfrm>
            <a:off x="112184" y="6242050"/>
            <a:ext cx="783167" cy="488950"/>
          </a:xfrm>
          <a:prstGeom prst="rect">
            <a:avLst/>
          </a:prstGeom>
          <a:noFill/>
          <a:ln>
            <a:noFill/>
          </a:ln>
          <a:effectLst/>
        </p:spPr>
        <p:txBody>
          <a:bodyPr vert="horz" wrap="square" lIns="91440" tIns="45720" rIns="91440" bIns="45720" numCol="1" anchor="b" anchorCtr="1" compatLnSpc="1">
            <a:prstTxWarp prst="textNoShape">
              <a:avLst/>
            </a:prstTxWarp>
          </a:bodyPr>
          <a:lstStyle>
            <a:lvl1pPr eaLnBrk="1" hangingPunct="1">
              <a:defRPr kumimoji="0" sz="2600" b="1">
                <a:solidFill>
                  <a:schemeClr val="bg1"/>
                </a:solidFill>
                <a:ea typeface="新細明體" panose="02020500000000000000" pitchFamily="18" charset="-120"/>
              </a:defRPr>
            </a:lvl1pPr>
          </a:lstStyle>
          <a:p>
            <a:pPr>
              <a:defRPr/>
            </a:pPr>
            <a:fld id="{F539A86A-3ED8-44C5-93A1-924184A034D5}" type="slidenum">
              <a:rPr lang="en-US" altLang="zh-TW"/>
              <a:pPr>
                <a:defRPr/>
              </a:pPr>
              <a:t>‹#›</a:t>
            </a:fld>
            <a:endParaRPr lang="en-US" altLang="zh-TW"/>
          </a:p>
        </p:txBody>
      </p:sp>
    </p:spTree>
    <p:extLst>
      <p:ext uri="{BB962C8B-B14F-4D97-AF65-F5344CB8AC3E}">
        <p14:creationId xmlns:p14="http://schemas.microsoft.com/office/powerpoint/2010/main" val="122583606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hf hdr="0" ftr="0" dt="0"/>
  <p:txStyles>
    <p:titleStyle>
      <a:lvl1pPr algn="l" rtl="0" eaLnBrk="0" fontAlgn="base" hangingPunct="0">
        <a:lnSpc>
          <a:spcPct val="90000"/>
        </a:lnSpc>
        <a:spcBef>
          <a:spcPct val="0"/>
        </a:spcBef>
        <a:spcAft>
          <a:spcPct val="0"/>
        </a:spcAft>
        <a:defRPr kumimoji="1" sz="3600" b="1" kern="1200">
          <a:solidFill>
            <a:schemeClr val="tx2"/>
          </a:solidFill>
          <a:latin typeface="+mj-lt"/>
          <a:ea typeface="PMingLiU" panose="02020500000000000000" pitchFamily="18" charset="-120"/>
          <a:cs typeface="+mj-cs"/>
        </a:defRPr>
      </a:lvl1pPr>
      <a:lvl2pPr algn="l" rtl="0" eaLnBrk="0" fontAlgn="base" hangingPunct="0">
        <a:lnSpc>
          <a:spcPct val="90000"/>
        </a:lnSpc>
        <a:spcBef>
          <a:spcPct val="0"/>
        </a:spcBef>
        <a:spcAft>
          <a:spcPct val="0"/>
        </a:spcAft>
        <a:defRPr kumimoji="1" sz="3600" b="1">
          <a:solidFill>
            <a:schemeClr val="tx2"/>
          </a:solidFill>
          <a:latin typeface="Arial" panose="020B0604020202020204" pitchFamily="34" charset="0"/>
          <a:ea typeface="PMingLiU" panose="02020500000000000000" pitchFamily="18" charset="-120"/>
        </a:defRPr>
      </a:lvl2pPr>
      <a:lvl3pPr algn="l" rtl="0" eaLnBrk="0" fontAlgn="base" hangingPunct="0">
        <a:lnSpc>
          <a:spcPct val="90000"/>
        </a:lnSpc>
        <a:spcBef>
          <a:spcPct val="0"/>
        </a:spcBef>
        <a:spcAft>
          <a:spcPct val="0"/>
        </a:spcAft>
        <a:defRPr kumimoji="1" sz="3600" b="1">
          <a:solidFill>
            <a:schemeClr val="tx2"/>
          </a:solidFill>
          <a:latin typeface="Arial" panose="020B0604020202020204" pitchFamily="34" charset="0"/>
          <a:ea typeface="PMingLiU" panose="02020500000000000000" pitchFamily="18" charset="-120"/>
        </a:defRPr>
      </a:lvl3pPr>
      <a:lvl4pPr algn="l" rtl="0" eaLnBrk="0" fontAlgn="base" hangingPunct="0">
        <a:lnSpc>
          <a:spcPct val="90000"/>
        </a:lnSpc>
        <a:spcBef>
          <a:spcPct val="0"/>
        </a:spcBef>
        <a:spcAft>
          <a:spcPct val="0"/>
        </a:spcAft>
        <a:defRPr kumimoji="1" sz="3600" b="1">
          <a:solidFill>
            <a:schemeClr val="tx2"/>
          </a:solidFill>
          <a:latin typeface="Arial" panose="020B0604020202020204" pitchFamily="34" charset="0"/>
          <a:ea typeface="PMingLiU" panose="02020500000000000000" pitchFamily="18" charset="-120"/>
        </a:defRPr>
      </a:lvl4pPr>
      <a:lvl5pPr algn="l" rtl="0" eaLnBrk="0" fontAlgn="base" hangingPunct="0">
        <a:lnSpc>
          <a:spcPct val="90000"/>
        </a:lnSpc>
        <a:spcBef>
          <a:spcPct val="0"/>
        </a:spcBef>
        <a:spcAft>
          <a:spcPct val="0"/>
        </a:spcAft>
        <a:defRPr kumimoji="1" sz="3600" b="1">
          <a:solidFill>
            <a:schemeClr val="tx2"/>
          </a:solidFill>
          <a:latin typeface="Arial" panose="020B0604020202020204" pitchFamily="34" charset="0"/>
          <a:ea typeface="PMingLiU" panose="02020500000000000000" pitchFamily="18" charset="-120"/>
        </a:defRPr>
      </a:lvl5pPr>
      <a:lvl6pPr marL="457200" algn="l" rtl="0" fontAlgn="base">
        <a:lnSpc>
          <a:spcPct val="90000"/>
        </a:lnSpc>
        <a:spcBef>
          <a:spcPct val="0"/>
        </a:spcBef>
        <a:spcAft>
          <a:spcPct val="0"/>
        </a:spcAft>
        <a:defRPr kumimoji="1" sz="3600" b="1">
          <a:solidFill>
            <a:schemeClr val="tx2"/>
          </a:solidFill>
          <a:latin typeface="Arial" panose="020B0604020202020204" pitchFamily="34" charset="0"/>
          <a:ea typeface="新細明體" panose="02020500000000000000" pitchFamily="18" charset="-120"/>
        </a:defRPr>
      </a:lvl6pPr>
      <a:lvl7pPr marL="914400" algn="l" rtl="0" fontAlgn="base">
        <a:lnSpc>
          <a:spcPct val="90000"/>
        </a:lnSpc>
        <a:spcBef>
          <a:spcPct val="0"/>
        </a:spcBef>
        <a:spcAft>
          <a:spcPct val="0"/>
        </a:spcAft>
        <a:defRPr kumimoji="1" sz="3600" b="1">
          <a:solidFill>
            <a:schemeClr val="tx2"/>
          </a:solidFill>
          <a:latin typeface="Arial" panose="020B0604020202020204" pitchFamily="34" charset="0"/>
          <a:ea typeface="新細明體" panose="02020500000000000000" pitchFamily="18" charset="-120"/>
        </a:defRPr>
      </a:lvl7pPr>
      <a:lvl8pPr marL="1371600" algn="l" rtl="0" fontAlgn="base">
        <a:lnSpc>
          <a:spcPct val="90000"/>
        </a:lnSpc>
        <a:spcBef>
          <a:spcPct val="0"/>
        </a:spcBef>
        <a:spcAft>
          <a:spcPct val="0"/>
        </a:spcAft>
        <a:defRPr kumimoji="1" sz="3600" b="1">
          <a:solidFill>
            <a:schemeClr val="tx2"/>
          </a:solidFill>
          <a:latin typeface="Arial" panose="020B0604020202020204" pitchFamily="34" charset="0"/>
          <a:ea typeface="新細明體" panose="02020500000000000000" pitchFamily="18" charset="-120"/>
        </a:defRPr>
      </a:lvl8pPr>
      <a:lvl9pPr marL="1828800" algn="l" rtl="0" fontAlgn="base">
        <a:lnSpc>
          <a:spcPct val="90000"/>
        </a:lnSpc>
        <a:spcBef>
          <a:spcPct val="0"/>
        </a:spcBef>
        <a:spcAft>
          <a:spcPct val="0"/>
        </a:spcAft>
        <a:defRPr kumimoji="1" sz="3600" b="1">
          <a:solidFill>
            <a:schemeClr val="tx2"/>
          </a:solidFill>
          <a:latin typeface="Arial" panose="020B0604020202020204" pitchFamily="34" charset="0"/>
          <a:ea typeface="新細明體" panose="02020500000000000000" pitchFamily="18" charset="-120"/>
        </a:defRPr>
      </a:lvl9pPr>
    </p:titleStyle>
    <p:bodyStyle>
      <a:lvl1pPr marL="342900" indent="-342900" algn="l" rtl="0" eaLnBrk="0" fontAlgn="base" hangingPunct="0">
        <a:spcBef>
          <a:spcPct val="20000"/>
        </a:spcBef>
        <a:spcAft>
          <a:spcPct val="0"/>
        </a:spcAft>
        <a:buClr>
          <a:schemeClr val="tx1"/>
        </a:buClr>
        <a:buSzPct val="75000"/>
        <a:buFont typeface="Wingdings" panose="05000000000000000000" pitchFamily="2" charset="2"/>
        <a:buChar char="l"/>
        <a:defRPr kumimoji="1" sz="2800" kern="1200">
          <a:solidFill>
            <a:schemeClr val="tx1"/>
          </a:solidFill>
          <a:latin typeface="+mn-lt"/>
          <a:ea typeface="PMingLiU" panose="02020500000000000000" pitchFamily="18" charset="-120"/>
          <a:cs typeface="+mn-cs"/>
        </a:defRPr>
      </a:lvl1pPr>
      <a:lvl2pPr marL="742950" indent="-285750" algn="l" rtl="0" eaLnBrk="0" fontAlgn="base" hangingPunct="0">
        <a:spcBef>
          <a:spcPct val="20000"/>
        </a:spcBef>
        <a:spcAft>
          <a:spcPct val="0"/>
        </a:spcAft>
        <a:buClr>
          <a:schemeClr val="tx1"/>
        </a:buClr>
        <a:buSzPct val="75000"/>
        <a:buChar char="–"/>
        <a:defRPr kumimoji="1" sz="2400" kern="1200">
          <a:solidFill>
            <a:schemeClr val="tx1"/>
          </a:solidFill>
          <a:latin typeface="+mn-lt"/>
          <a:ea typeface="PMingLiU" panose="02020500000000000000" pitchFamily="18" charset="-120"/>
          <a:cs typeface="+mn-cs"/>
        </a:defRPr>
      </a:lvl2pPr>
      <a:lvl3pPr marL="1143000" indent="-228600" algn="l" rtl="0" eaLnBrk="0" fontAlgn="base" hangingPunct="0">
        <a:spcBef>
          <a:spcPct val="20000"/>
        </a:spcBef>
        <a:spcAft>
          <a:spcPct val="0"/>
        </a:spcAft>
        <a:buClr>
          <a:schemeClr val="tx1"/>
        </a:buClr>
        <a:buSzPct val="75000"/>
        <a:buFont typeface="Wingdings" panose="05000000000000000000" pitchFamily="2" charset="2"/>
        <a:buChar char="l"/>
        <a:defRPr kumimoji="1" sz="2000" kern="1200">
          <a:solidFill>
            <a:schemeClr val="tx1"/>
          </a:solidFill>
          <a:latin typeface="+mn-lt"/>
          <a:ea typeface="PMingLiU" panose="02020500000000000000" pitchFamily="18" charset="-120"/>
          <a:cs typeface="+mn-cs"/>
        </a:defRPr>
      </a:lvl3pPr>
      <a:lvl4pPr marL="1600200" indent="-228600" algn="l" rtl="0" eaLnBrk="0" fontAlgn="base" hangingPunct="0">
        <a:spcBef>
          <a:spcPct val="20000"/>
        </a:spcBef>
        <a:spcAft>
          <a:spcPct val="0"/>
        </a:spcAft>
        <a:buClr>
          <a:schemeClr val="tx1"/>
        </a:buClr>
        <a:buSzPct val="80000"/>
        <a:buChar char="–"/>
        <a:defRPr kumimoji="1" kern="1200">
          <a:solidFill>
            <a:schemeClr val="tx1"/>
          </a:solidFill>
          <a:latin typeface="+mn-lt"/>
          <a:ea typeface="PMingLiU" panose="02020500000000000000" pitchFamily="18" charset="-120"/>
          <a:cs typeface="+mn-cs"/>
        </a:defRPr>
      </a:lvl4pPr>
      <a:lvl5pPr marL="2057400" indent="-228600" algn="l" rtl="0" eaLnBrk="0" fontAlgn="base" hangingPunct="0">
        <a:spcBef>
          <a:spcPct val="20000"/>
        </a:spcBef>
        <a:spcAft>
          <a:spcPct val="0"/>
        </a:spcAft>
        <a:buClr>
          <a:schemeClr val="tx1"/>
        </a:buClr>
        <a:buSzPct val="65000"/>
        <a:buFont typeface="Wingdings" panose="05000000000000000000" pitchFamily="2" charset="2"/>
        <a:buChar char="l"/>
        <a:defRPr kumimoji="1" kern="1200">
          <a:solidFill>
            <a:schemeClr val="tx1"/>
          </a:solidFill>
          <a:latin typeface="+mn-lt"/>
          <a:ea typeface="PMingLiU" panose="02020500000000000000" pitchFamily="18" charset="-12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8FABF9FA-FDED-4FE5-B157-D9A5D0742017}"/>
              </a:ext>
            </a:extLst>
          </p:cNvPr>
          <p:cNvGrpSpPr>
            <a:grpSpLocks/>
          </p:cNvGrpSpPr>
          <p:nvPr/>
        </p:nvGrpSpPr>
        <p:grpSpPr bwMode="auto">
          <a:xfrm>
            <a:off x="0" y="0"/>
            <a:ext cx="10160000" cy="6858000"/>
            <a:chOff x="0" y="0"/>
            <a:chExt cx="4800" cy="4320"/>
          </a:xfrm>
        </p:grpSpPr>
        <p:grpSp>
          <p:nvGrpSpPr>
            <p:cNvPr id="1032" name="Group 3">
              <a:extLst>
                <a:ext uri="{FF2B5EF4-FFF2-40B4-BE49-F238E27FC236}">
                  <a16:creationId xmlns:a16="http://schemas.microsoft.com/office/drawing/2014/main" id="{159D11F3-0267-4F25-8CA8-98EC123027F7}"/>
                </a:ext>
              </a:extLst>
            </p:cNvPr>
            <p:cNvGrpSpPr>
              <a:grpSpLocks/>
            </p:cNvGrpSpPr>
            <p:nvPr userDrawn="1"/>
          </p:nvGrpSpPr>
          <p:grpSpPr bwMode="auto">
            <a:xfrm>
              <a:off x="0" y="0"/>
              <a:ext cx="2016" cy="4320"/>
              <a:chOff x="0" y="0"/>
              <a:chExt cx="2016" cy="4320"/>
            </a:xfrm>
          </p:grpSpPr>
          <p:sp>
            <p:nvSpPr>
              <p:cNvPr id="1036" name="Rectangle 4">
                <a:extLst>
                  <a:ext uri="{FF2B5EF4-FFF2-40B4-BE49-F238E27FC236}">
                    <a16:creationId xmlns:a16="http://schemas.microsoft.com/office/drawing/2014/main" id="{C18AFF08-7262-4F4D-BABF-BAC7816AF6EA}"/>
                  </a:ext>
                </a:extLst>
              </p:cNvPr>
              <p:cNvSpPr>
                <a:spLocks noChangeArrowheads="1"/>
              </p:cNvSpPr>
              <p:nvPr userDrawn="1"/>
            </p:nvSpPr>
            <p:spPr bwMode="auto">
              <a:xfrm>
                <a:off x="0" y="0"/>
                <a:ext cx="480" cy="4320"/>
              </a:xfrm>
              <a:prstGeom prst="rect">
                <a:avLst/>
              </a:prstGeom>
              <a:solidFill>
                <a:schemeClr val="accent2"/>
              </a:solidFill>
              <a:ln>
                <a:noFill/>
              </a:ln>
              <a:effectLst/>
            </p:spPr>
            <p:txBody>
              <a:bodyPr wrap="none" anchor="ctr"/>
              <a:lstStyle>
                <a:lvl1pPr>
                  <a:defRPr kumimoji="1">
                    <a:solidFill>
                      <a:schemeClr val="tx1"/>
                    </a:solidFill>
                    <a:latin typeface="Arial" panose="020B0604020202020204" pitchFamily="34" charset="0"/>
                    <a:ea typeface="PMingLiU" panose="02020500000000000000" pitchFamily="18" charset="-120"/>
                  </a:defRPr>
                </a:lvl1pPr>
                <a:lvl2pPr marL="742950" indent="-285750">
                  <a:defRPr kumimoji="1">
                    <a:solidFill>
                      <a:schemeClr val="tx1"/>
                    </a:solidFill>
                    <a:latin typeface="Arial" panose="020B0604020202020204" pitchFamily="34" charset="0"/>
                    <a:ea typeface="PMingLiU" panose="02020500000000000000" pitchFamily="18" charset="-120"/>
                  </a:defRPr>
                </a:lvl2pPr>
                <a:lvl3pPr marL="1143000" indent="-228600">
                  <a:defRPr kumimoji="1">
                    <a:solidFill>
                      <a:schemeClr val="tx1"/>
                    </a:solidFill>
                    <a:latin typeface="Arial" panose="020B0604020202020204" pitchFamily="34" charset="0"/>
                    <a:ea typeface="PMingLiU" panose="02020500000000000000" pitchFamily="18" charset="-120"/>
                  </a:defRPr>
                </a:lvl3pPr>
                <a:lvl4pPr marL="1600200" indent="-228600">
                  <a:defRPr kumimoji="1">
                    <a:solidFill>
                      <a:schemeClr val="tx1"/>
                    </a:solidFill>
                    <a:latin typeface="Arial" panose="020B0604020202020204" pitchFamily="34" charset="0"/>
                    <a:ea typeface="PMingLiU" panose="02020500000000000000" pitchFamily="18" charset="-120"/>
                  </a:defRPr>
                </a:lvl4pPr>
                <a:lvl5pPr marL="2057400" indent="-228600">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eaLnBrk="1" hangingPunct="1">
                  <a:defRPr/>
                </a:pPr>
                <a:endParaRPr lang="en-IN" altLang="en-US" sz="1800"/>
              </a:p>
            </p:txBody>
          </p:sp>
          <p:sp>
            <p:nvSpPr>
              <p:cNvPr id="1037" name="Freeform 5">
                <a:extLst>
                  <a:ext uri="{FF2B5EF4-FFF2-40B4-BE49-F238E27FC236}">
                    <a16:creationId xmlns:a16="http://schemas.microsoft.com/office/drawing/2014/main" id="{531AEEAB-EC05-4E0A-9ABE-5C219BDCDBAF}"/>
                  </a:ext>
                </a:extLst>
              </p:cNvPr>
              <p:cNvSpPr>
                <a:spLocks/>
              </p:cNvSpPr>
              <p:nvPr userDrawn="1"/>
            </p:nvSpPr>
            <p:spPr bwMode="auto">
              <a:xfrm>
                <a:off x="288" y="0"/>
                <a:ext cx="1728" cy="735"/>
              </a:xfrm>
              <a:custGeom>
                <a:avLst/>
                <a:gdLst>
                  <a:gd name="T0" fmla="*/ 1728 w 1728"/>
                  <a:gd name="T1" fmla="*/ 0 h 735"/>
                  <a:gd name="T2" fmla="*/ 1728 w 1728"/>
                  <a:gd name="T3" fmla="*/ 480 h 735"/>
                  <a:gd name="T4" fmla="*/ 380 w 1728"/>
                  <a:gd name="T5" fmla="*/ 482 h 735"/>
                  <a:gd name="T6" fmla="*/ 354 w 1728"/>
                  <a:gd name="T7" fmla="*/ 480 h 735"/>
                  <a:gd name="T8" fmla="*/ 308 w 1728"/>
                  <a:gd name="T9" fmla="*/ 489 h 735"/>
                  <a:gd name="T10" fmla="*/ 246 w 1728"/>
                  <a:gd name="T11" fmla="*/ 531 h 735"/>
                  <a:gd name="T12" fmla="*/ 206 w 1728"/>
                  <a:gd name="T13" fmla="*/ 597 h 735"/>
                  <a:gd name="T14" fmla="*/ 192 w 1728"/>
                  <a:gd name="T15" fmla="*/ 666 h 735"/>
                  <a:gd name="T16" fmla="*/ 192 w 1728"/>
                  <a:gd name="T17" fmla="*/ 735 h 735"/>
                  <a:gd name="T18" fmla="*/ 0 w 1728"/>
                  <a:gd name="T19" fmla="*/ 735 h 735"/>
                  <a:gd name="T20" fmla="*/ 0 w 1728"/>
                  <a:gd name="T21" fmla="*/ 480 h 735"/>
                  <a:gd name="T22" fmla="*/ 0 w 1728"/>
                  <a:gd name="T23" fmla="*/ 0 h 735"/>
                  <a:gd name="T24" fmla="*/ 1728 w 1728"/>
                  <a:gd name="T25" fmla="*/ 0 h 7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chemeClr val="accent2"/>
              </a:solidFill>
              <a:ln>
                <a:noFill/>
              </a:ln>
              <a:effectLst/>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sz="1800"/>
              </a:p>
            </p:txBody>
          </p:sp>
        </p:grpSp>
        <p:grpSp>
          <p:nvGrpSpPr>
            <p:cNvPr id="1033" name="Group 6">
              <a:extLst>
                <a:ext uri="{FF2B5EF4-FFF2-40B4-BE49-F238E27FC236}">
                  <a16:creationId xmlns:a16="http://schemas.microsoft.com/office/drawing/2014/main" id="{583347A7-BA96-4656-A7EE-590A80645601}"/>
                </a:ext>
              </a:extLst>
            </p:cNvPr>
            <p:cNvGrpSpPr>
              <a:grpSpLocks/>
            </p:cNvGrpSpPr>
            <p:nvPr/>
          </p:nvGrpSpPr>
          <p:grpSpPr bwMode="auto">
            <a:xfrm>
              <a:off x="144" y="1248"/>
              <a:ext cx="4656" cy="201"/>
              <a:chOff x="144" y="1248"/>
              <a:chExt cx="4656" cy="201"/>
            </a:xfrm>
          </p:grpSpPr>
          <p:sp>
            <p:nvSpPr>
              <p:cNvPr id="1034" name="AutoShape 7">
                <a:extLst>
                  <a:ext uri="{FF2B5EF4-FFF2-40B4-BE49-F238E27FC236}">
                    <a16:creationId xmlns:a16="http://schemas.microsoft.com/office/drawing/2014/main" id="{BD1E04B0-0241-4658-B16C-86C995AF88EE}"/>
                  </a:ext>
                </a:extLst>
              </p:cNvPr>
              <p:cNvSpPr>
                <a:spLocks noChangeArrowheads="1"/>
              </p:cNvSpPr>
              <p:nvPr/>
            </p:nvSpPr>
            <p:spPr bwMode="auto">
              <a:xfrm>
                <a:off x="384" y="1248"/>
                <a:ext cx="4416" cy="200"/>
              </a:xfrm>
              <a:prstGeom prst="roundRect">
                <a:avLst>
                  <a:gd name="adj" fmla="val 0"/>
                </a:avLst>
              </a:prstGeom>
              <a:solidFill>
                <a:schemeClr val="hlink"/>
              </a:solidFill>
              <a:ln>
                <a:noFill/>
              </a:ln>
              <a:effectLst/>
            </p:spPr>
            <p:txBody>
              <a:bodyPr wrap="none" anchor="ctr"/>
              <a:lstStyle>
                <a:lvl1pPr>
                  <a:defRPr kumimoji="1">
                    <a:solidFill>
                      <a:schemeClr val="tx1"/>
                    </a:solidFill>
                    <a:latin typeface="Arial" panose="020B0604020202020204" pitchFamily="34" charset="0"/>
                    <a:ea typeface="PMingLiU" panose="02020500000000000000" pitchFamily="18" charset="-120"/>
                  </a:defRPr>
                </a:lvl1pPr>
                <a:lvl2pPr marL="742950" indent="-285750">
                  <a:defRPr kumimoji="1">
                    <a:solidFill>
                      <a:schemeClr val="tx1"/>
                    </a:solidFill>
                    <a:latin typeface="Arial" panose="020B0604020202020204" pitchFamily="34" charset="0"/>
                    <a:ea typeface="PMingLiU" panose="02020500000000000000" pitchFamily="18" charset="-120"/>
                  </a:defRPr>
                </a:lvl2pPr>
                <a:lvl3pPr marL="1143000" indent="-228600">
                  <a:defRPr kumimoji="1">
                    <a:solidFill>
                      <a:schemeClr val="tx1"/>
                    </a:solidFill>
                    <a:latin typeface="Arial" panose="020B0604020202020204" pitchFamily="34" charset="0"/>
                    <a:ea typeface="PMingLiU" panose="02020500000000000000" pitchFamily="18" charset="-120"/>
                  </a:defRPr>
                </a:lvl3pPr>
                <a:lvl4pPr marL="1600200" indent="-228600">
                  <a:defRPr kumimoji="1">
                    <a:solidFill>
                      <a:schemeClr val="tx1"/>
                    </a:solidFill>
                    <a:latin typeface="Arial" panose="020B0604020202020204" pitchFamily="34" charset="0"/>
                    <a:ea typeface="PMingLiU" panose="02020500000000000000" pitchFamily="18" charset="-120"/>
                  </a:defRPr>
                </a:lvl4pPr>
                <a:lvl5pPr marL="2057400" indent="-228600">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eaLnBrk="1" hangingPunct="1">
                  <a:defRPr/>
                </a:pPr>
                <a:endParaRPr lang="en-IN" altLang="en-US" sz="1800"/>
              </a:p>
            </p:txBody>
          </p:sp>
          <p:sp>
            <p:nvSpPr>
              <p:cNvPr id="1035" name="AutoShape 8">
                <a:extLst>
                  <a:ext uri="{FF2B5EF4-FFF2-40B4-BE49-F238E27FC236}">
                    <a16:creationId xmlns:a16="http://schemas.microsoft.com/office/drawing/2014/main" id="{A6766CEF-41FE-4A80-A0D0-2ECC97729B50}"/>
                  </a:ext>
                </a:extLst>
              </p:cNvPr>
              <p:cNvSpPr>
                <a:spLocks noChangeArrowheads="1"/>
              </p:cNvSpPr>
              <p:nvPr/>
            </p:nvSpPr>
            <p:spPr bwMode="auto">
              <a:xfrm flipH="1">
                <a:off x="144" y="1248"/>
                <a:ext cx="248" cy="201"/>
              </a:xfrm>
              <a:prstGeom prst="flowChartDelay">
                <a:avLst/>
              </a:prstGeom>
              <a:solidFill>
                <a:schemeClr val="hlink"/>
              </a:solidFill>
              <a:ln>
                <a:noFill/>
              </a:ln>
              <a:effectLst/>
            </p:spPr>
            <p:txBody>
              <a:bodyPr wrap="none" anchor="ctr"/>
              <a:lstStyle>
                <a:lvl1pPr>
                  <a:defRPr kumimoji="1">
                    <a:solidFill>
                      <a:schemeClr val="tx1"/>
                    </a:solidFill>
                    <a:latin typeface="Arial" panose="020B0604020202020204" pitchFamily="34" charset="0"/>
                    <a:ea typeface="PMingLiU" panose="02020500000000000000" pitchFamily="18" charset="-120"/>
                  </a:defRPr>
                </a:lvl1pPr>
                <a:lvl2pPr marL="742950" indent="-285750">
                  <a:defRPr kumimoji="1">
                    <a:solidFill>
                      <a:schemeClr val="tx1"/>
                    </a:solidFill>
                    <a:latin typeface="Arial" panose="020B0604020202020204" pitchFamily="34" charset="0"/>
                    <a:ea typeface="PMingLiU" panose="02020500000000000000" pitchFamily="18" charset="-120"/>
                  </a:defRPr>
                </a:lvl2pPr>
                <a:lvl3pPr marL="1143000" indent="-228600">
                  <a:defRPr kumimoji="1">
                    <a:solidFill>
                      <a:schemeClr val="tx1"/>
                    </a:solidFill>
                    <a:latin typeface="Arial" panose="020B0604020202020204" pitchFamily="34" charset="0"/>
                    <a:ea typeface="PMingLiU" panose="02020500000000000000" pitchFamily="18" charset="-120"/>
                  </a:defRPr>
                </a:lvl3pPr>
                <a:lvl4pPr marL="1600200" indent="-228600">
                  <a:defRPr kumimoji="1">
                    <a:solidFill>
                      <a:schemeClr val="tx1"/>
                    </a:solidFill>
                    <a:latin typeface="Arial" panose="020B0604020202020204" pitchFamily="34" charset="0"/>
                    <a:ea typeface="PMingLiU" panose="02020500000000000000" pitchFamily="18" charset="-120"/>
                  </a:defRPr>
                </a:lvl4pPr>
                <a:lvl5pPr marL="2057400" indent="-228600">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eaLnBrk="1" hangingPunct="1">
                  <a:defRPr/>
                </a:pPr>
                <a:endParaRPr lang="en-IN" altLang="en-US" sz="1800"/>
              </a:p>
            </p:txBody>
          </p:sp>
        </p:grpSp>
      </p:grpSp>
      <p:sp>
        <p:nvSpPr>
          <p:cNvPr id="1027" name="AutoShape 9">
            <a:extLst>
              <a:ext uri="{FF2B5EF4-FFF2-40B4-BE49-F238E27FC236}">
                <a16:creationId xmlns:a16="http://schemas.microsoft.com/office/drawing/2014/main" id="{6C560A38-3ACC-4D7C-A7C3-FE9BB8BDDB56}"/>
              </a:ext>
            </a:extLst>
          </p:cNvPr>
          <p:cNvSpPr>
            <a:spLocks noGrp="1" noChangeArrowheads="1"/>
          </p:cNvSpPr>
          <p:nvPr>
            <p:ph type="title"/>
          </p:nvPr>
        </p:nvSpPr>
        <p:spPr bwMode="auto">
          <a:xfrm>
            <a:off x="1016000" y="762000"/>
            <a:ext cx="10566400" cy="1143000"/>
          </a:xfrm>
          <a:prstGeom prst="roundRect">
            <a:avLst>
              <a:gd name="adj" fmla="val 21667"/>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TW" altLang="en-US"/>
              <a:t>按一下以編輯母片標題樣式</a:t>
            </a:r>
          </a:p>
        </p:txBody>
      </p:sp>
      <p:sp>
        <p:nvSpPr>
          <p:cNvPr id="1028" name="Rectangle 10">
            <a:extLst>
              <a:ext uri="{FF2B5EF4-FFF2-40B4-BE49-F238E27FC236}">
                <a16:creationId xmlns:a16="http://schemas.microsoft.com/office/drawing/2014/main" id="{4B8AFAF9-A22C-4828-ABA5-2F030B4F8DD6}"/>
              </a:ext>
            </a:extLst>
          </p:cNvPr>
          <p:cNvSpPr>
            <a:spLocks noGrp="1" noChangeArrowheads="1"/>
          </p:cNvSpPr>
          <p:nvPr>
            <p:ph type="body" idx="1"/>
          </p:nvPr>
        </p:nvSpPr>
        <p:spPr bwMode="auto">
          <a:xfrm>
            <a:off x="1117601" y="2362201"/>
            <a:ext cx="10257367" cy="372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107" name="Rectangle 11">
            <a:extLst>
              <a:ext uri="{FF2B5EF4-FFF2-40B4-BE49-F238E27FC236}">
                <a16:creationId xmlns:a16="http://schemas.microsoft.com/office/drawing/2014/main" id="{592E366A-1275-44B2-AB2C-3547FDE3863A}"/>
              </a:ext>
            </a:extLst>
          </p:cNvPr>
          <p:cNvSpPr>
            <a:spLocks noGrp="1" noChangeArrowheads="1"/>
          </p:cNvSpPr>
          <p:nvPr>
            <p:ph type="dt" sz="half" idx="2"/>
          </p:nvPr>
        </p:nvSpPr>
        <p:spPr bwMode="auto">
          <a:xfrm>
            <a:off x="3251201" y="6248401"/>
            <a:ext cx="2840567" cy="474663"/>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kumimoji="0" sz="1400"/>
            </a:lvl1pPr>
          </a:lstStyle>
          <a:p>
            <a:pPr>
              <a:defRPr/>
            </a:pPr>
            <a:endParaRPr lang="en-US" altLang="zh-TW"/>
          </a:p>
        </p:txBody>
      </p:sp>
      <p:sp>
        <p:nvSpPr>
          <p:cNvPr id="4108" name="Rectangle 12">
            <a:extLst>
              <a:ext uri="{FF2B5EF4-FFF2-40B4-BE49-F238E27FC236}">
                <a16:creationId xmlns:a16="http://schemas.microsoft.com/office/drawing/2014/main" id="{E866EF9F-380C-4CE4-8DF9-70A859B7516A}"/>
              </a:ext>
            </a:extLst>
          </p:cNvPr>
          <p:cNvSpPr>
            <a:spLocks noGrp="1" noChangeArrowheads="1"/>
          </p:cNvSpPr>
          <p:nvPr>
            <p:ph type="ftr" sz="quarter" idx="3"/>
          </p:nvPr>
        </p:nvSpPr>
        <p:spPr bwMode="auto">
          <a:xfrm>
            <a:off x="7721600" y="6248401"/>
            <a:ext cx="3862917" cy="474663"/>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defRPr kumimoji="0" sz="1400"/>
            </a:lvl1pPr>
          </a:lstStyle>
          <a:p>
            <a:pPr>
              <a:defRPr/>
            </a:pPr>
            <a:endParaRPr lang="en-US" altLang="zh-TW"/>
          </a:p>
        </p:txBody>
      </p:sp>
      <p:sp>
        <p:nvSpPr>
          <p:cNvPr id="4109" name="Rectangle 13">
            <a:extLst>
              <a:ext uri="{FF2B5EF4-FFF2-40B4-BE49-F238E27FC236}">
                <a16:creationId xmlns:a16="http://schemas.microsoft.com/office/drawing/2014/main" id="{DE139E13-9428-4E52-98F9-278B4480ECEE}"/>
              </a:ext>
            </a:extLst>
          </p:cNvPr>
          <p:cNvSpPr>
            <a:spLocks noGrp="1" noChangeArrowheads="1"/>
          </p:cNvSpPr>
          <p:nvPr>
            <p:ph type="sldNum" sz="quarter" idx="4"/>
          </p:nvPr>
        </p:nvSpPr>
        <p:spPr bwMode="auto">
          <a:xfrm>
            <a:off x="112184" y="6242050"/>
            <a:ext cx="783167" cy="488950"/>
          </a:xfrm>
          <a:prstGeom prst="rect">
            <a:avLst/>
          </a:prstGeom>
          <a:noFill/>
          <a:ln>
            <a:noFill/>
          </a:ln>
          <a:effectLst/>
        </p:spPr>
        <p:txBody>
          <a:bodyPr vert="horz" wrap="square" lIns="91440" tIns="45720" rIns="91440" bIns="45720" numCol="1" anchor="b" anchorCtr="1" compatLnSpc="1">
            <a:prstTxWarp prst="textNoShape">
              <a:avLst/>
            </a:prstTxWarp>
          </a:bodyPr>
          <a:lstStyle>
            <a:lvl1pPr eaLnBrk="1" hangingPunct="1">
              <a:defRPr kumimoji="0" sz="2600" b="1">
                <a:solidFill>
                  <a:schemeClr val="bg1"/>
                </a:solidFill>
              </a:defRPr>
            </a:lvl1pPr>
          </a:lstStyle>
          <a:p>
            <a:pPr>
              <a:defRPr/>
            </a:pPr>
            <a:fld id="{5EF1521A-F483-4AD8-A121-F5D8D702F1AC}" type="slidenum">
              <a:rPr lang="en-US" altLang="zh-TW"/>
              <a:pPr>
                <a:defRPr/>
              </a:pPr>
              <a:t>‹#›</a:t>
            </a:fld>
            <a:endParaRPr lang="en-US" altLang="zh-TW"/>
          </a:p>
        </p:txBody>
      </p:sp>
    </p:spTree>
    <p:extLst>
      <p:ext uri="{BB962C8B-B14F-4D97-AF65-F5344CB8AC3E}">
        <p14:creationId xmlns:p14="http://schemas.microsoft.com/office/powerpoint/2010/main" val="2467731963"/>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hf hdr="0" ftr="0" dt="0"/>
  <p:txStyles>
    <p:titleStyle>
      <a:lvl1pPr algn="l" rtl="0" eaLnBrk="0" fontAlgn="base" hangingPunct="0">
        <a:lnSpc>
          <a:spcPct val="90000"/>
        </a:lnSpc>
        <a:spcBef>
          <a:spcPct val="0"/>
        </a:spcBef>
        <a:spcAft>
          <a:spcPct val="0"/>
        </a:spcAft>
        <a:defRPr kumimoji="1" sz="3600" b="1" kern="1200">
          <a:solidFill>
            <a:schemeClr val="tx2"/>
          </a:solidFill>
          <a:latin typeface="+mj-lt"/>
          <a:ea typeface="+mj-ea"/>
          <a:cs typeface="+mj-cs"/>
        </a:defRPr>
      </a:lvl1pPr>
      <a:lvl2pPr algn="l" rtl="0" eaLnBrk="0" fontAlgn="base" hangingPunct="0">
        <a:lnSpc>
          <a:spcPct val="90000"/>
        </a:lnSpc>
        <a:spcBef>
          <a:spcPct val="0"/>
        </a:spcBef>
        <a:spcAft>
          <a:spcPct val="0"/>
        </a:spcAft>
        <a:defRPr kumimoji="1" sz="3600" b="1">
          <a:solidFill>
            <a:schemeClr val="tx2"/>
          </a:solidFill>
          <a:latin typeface="Arial" panose="020B0604020202020204" pitchFamily="34" charset="0"/>
          <a:ea typeface="PMingLiU" panose="02020500000000000000" pitchFamily="18" charset="-120"/>
        </a:defRPr>
      </a:lvl2pPr>
      <a:lvl3pPr algn="l" rtl="0" eaLnBrk="0" fontAlgn="base" hangingPunct="0">
        <a:lnSpc>
          <a:spcPct val="90000"/>
        </a:lnSpc>
        <a:spcBef>
          <a:spcPct val="0"/>
        </a:spcBef>
        <a:spcAft>
          <a:spcPct val="0"/>
        </a:spcAft>
        <a:defRPr kumimoji="1" sz="3600" b="1">
          <a:solidFill>
            <a:schemeClr val="tx2"/>
          </a:solidFill>
          <a:latin typeface="Arial" panose="020B0604020202020204" pitchFamily="34" charset="0"/>
          <a:ea typeface="PMingLiU" panose="02020500000000000000" pitchFamily="18" charset="-120"/>
        </a:defRPr>
      </a:lvl3pPr>
      <a:lvl4pPr algn="l" rtl="0" eaLnBrk="0" fontAlgn="base" hangingPunct="0">
        <a:lnSpc>
          <a:spcPct val="90000"/>
        </a:lnSpc>
        <a:spcBef>
          <a:spcPct val="0"/>
        </a:spcBef>
        <a:spcAft>
          <a:spcPct val="0"/>
        </a:spcAft>
        <a:defRPr kumimoji="1" sz="3600" b="1">
          <a:solidFill>
            <a:schemeClr val="tx2"/>
          </a:solidFill>
          <a:latin typeface="Arial" panose="020B0604020202020204" pitchFamily="34" charset="0"/>
          <a:ea typeface="PMingLiU" panose="02020500000000000000" pitchFamily="18" charset="-120"/>
        </a:defRPr>
      </a:lvl4pPr>
      <a:lvl5pPr algn="l" rtl="0" eaLnBrk="0" fontAlgn="base" hangingPunct="0">
        <a:lnSpc>
          <a:spcPct val="90000"/>
        </a:lnSpc>
        <a:spcBef>
          <a:spcPct val="0"/>
        </a:spcBef>
        <a:spcAft>
          <a:spcPct val="0"/>
        </a:spcAft>
        <a:defRPr kumimoji="1" sz="3600" b="1">
          <a:solidFill>
            <a:schemeClr val="tx2"/>
          </a:solidFill>
          <a:latin typeface="Arial" panose="020B0604020202020204" pitchFamily="34" charset="0"/>
          <a:ea typeface="PMingLiU" panose="02020500000000000000" pitchFamily="18" charset="-120"/>
        </a:defRPr>
      </a:lvl5pPr>
      <a:lvl6pPr marL="457200" algn="l" rtl="0" fontAlgn="base">
        <a:lnSpc>
          <a:spcPct val="90000"/>
        </a:lnSpc>
        <a:spcBef>
          <a:spcPct val="0"/>
        </a:spcBef>
        <a:spcAft>
          <a:spcPct val="0"/>
        </a:spcAft>
        <a:defRPr kumimoji="1" sz="3600" b="1">
          <a:solidFill>
            <a:schemeClr val="tx2"/>
          </a:solidFill>
          <a:latin typeface="Arial" panose="020B0604020202020204" pitchFamily="34" charset="0"/>
          <a:ea typeface="PMingLiU" panose="02020500000000000000" pitchFamily="18" charset="-120"/>
        </a:defRPr>
      </a:lvl6pPr>
      <a:lvl7pPr marL="914400" algn="l" rtl="0" fontAlgn="base">
        <a:lnSpc>
          <a:spcPct val="90000"/>
        </a:lnSpc>
        <a:spcBef>
          <a:spcPct val="0"/>
        </a:spcBef>
        <a:spcAft>
          <a:spcPct val="0"/>
        </a:spcAft>
        <a:defRPr kumimoji="1" sz="3600" b="1">
          <a:solidFill>
            <a:schemeClr val="tx2"/>
          </a:solidFill>
          <a:latin typeface="Arial" panose="020B0604020202020204" pitchFamily="34" charset="0"/>
          <a:ea typeface="PMingLiU" panose="02020500000000000000" pitchFamily="18" charset="-120"/>
        </a:defRPr>
      </a:lvl7pPr>
      <a:lvl8pPr marL="1371600" algn="l" rtl="0" fontAlgn="base">
        <a:lnSpc>
          <a:spcPct val="90000"/>
        </a:lnSpc>
        <a:spcBef>
          <a:spcPct val="0"/>
        </a:spcBef>
        <a:spcAft>
          <a:spcPct val="0"/>
        </a:spcAft>
        <a:defRPr kumimoji="1" sz="3600" b="1">
          <a:solidFill>
            <a:schemeClr val="tx2"/>
          </a:solidFill>
          <a:latin typeface="Arial" panose="020B0604020202020204" pitchFamily="34" charset="0"/>
          <a:ea typeface="PMingLiU" panose="02020500000000000000" pitchFamily="18" charset="-120"/>
        </a:defRPr>
      </a:lvl8pPr>
      <a:lvl9pPr marL="1828800" algn="l" rtl="0" fontAlgn="base">
        <a:lnSpc>
          <a:spcPct val="90000"/>
        </a:lnSpc>
        <a:spcBef>
          <a:spcPct val="0"/>
        </a:spcBef>
        <a:spcAft>
          <a:spcPct val="0"/>
        </a:spcAft>
        <a:defRPr kumimoji="1" sz="3600" b="1">
          <a:solidFill>
            <a:schemeClr val="tx2"/>
          </a:solidFill>
          <a:latin typeface="Arial" panose="020B0604020202020204" pitchFamily="34" charset="0"/>
          <a:ea typeface="PMingLiU" panose="02020500000000000000" pitchFamily="18" charset="-120"/>
        </a:defRPr>
      </a:lvl9pPr>
    </p:titleStyle>
    <p:bodyStyle>
      <a:lvl1pPr marL="342900" indent="-342900" algn="l" rtl="0" eaLnBrk="0" fontAlgn="base" hangingPunct="0">
        <a:spcBef>
          <a:spcPct val="20000"/>
        </a:spcBef>
        <a:spcAft>
          <a:spcPct val="0"/>
        </a:spcAft>
        <a:buClr>
          <a:schemeClr val="tx1"/>
        </a:buClr>
        <a:buSzPct val="75000"/>
        <a:buFont typeface="Wingdings" panose="05000000000000000000" pitchFamily="2" charset="2"/>
        <a:buChar char="l"/>
        <a:defRPr kumimoji="1"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75000"/>
        <a:buChar char="–"/>
        <a:defRPr kumimoji="1" sz="24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1"/>
        </a:buClr>
        <a:buSzPct val="75000"/>
        <a:buFont typeface="Wingdings" panose="05000000000000000000" pitchFamily="2" charset="2"/>
        <a:buChar char="l"/>
        <a:defRPr kumimoji="1" sz="20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SzPct val="80000"/>
        <a:buChar char="–"/>
        <a:defRPr kumimoji="1"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1"/>
        </a:buClr>
        <a:buSzPct val="65000"/>
        <a:buFont typeface="Wingdings" panose="05000000000000000000" pitchFamily="2" charset="2"/>
        <a:buChar char="l"/>
        <a:defRPr kumimoj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AutoShape 2">
            <a:extLst>
              <a:ext uri="{FF2B5EF4-FFF2-40B4-BE49-F238E27FC236}">
                <a16:creationId xmlns:a16="http://schemas.microsoft.com/office/drawing/2014/main" id="{D923436B-6153-4782-9A1E-16260624EA29}"/>
              </a:ext>
            </a:extLst>
          </p:cNvPr>
          <p:cNvSpPr>
            <a:spLocks noGrp="1" noChangeArrowheads="1"/>
          </p:cNvSpPr>
          <p:nvPr>
            <p:ph type="ctrTitle"/>
          </p:nvPr>
        </p:nvSpPr>
        <p:spPr>
          <a:xfrm>
            <a:off x="1259305" y="978568"/>
            <a:ext cx="8229600" cy="2293938"/>
          </a:xfrm>
        </p:spPr>
        <p:txBody>
          <a:bodyPr/>
          <a:lstStyle/>
          <a:p>
            <a:pPr eaLnBrk="1" hangingPunct="1"/>
            <a:r>
              <a:rPr lang="en-US" altLang="zh-TW" sz="7200" dirty="0"/>
              <a:t>Neural Networks</a:t>
            </a:r>
          </a:p>
        </p:txBody>
      </p:sp>
      <p:sp>
        <p:nvSpPr>
          <p:cNvPr id="6" name="Subtitle 1">
            <a:extLst>
              <a:ext uri="{FF2B5EF4-FFF2-40B4-BE49-F238E27FC236}">
                <a16:creationId xmlns:a16="http://schemas.microsoft.com/office/drawing/2014/main" id="{B31A0392-2835-4BA5-95B7-9532FC0FEDCB}"/>
              </a:ext>
            </a:extLst>
          </p:cNvPr>
          <p:cNvSpPr>
            <a:spLocks noGrp="1"/>
          </p:cNvSpPr>
          <p:nvPr>
            <p:ph type="subTitle" idx="1"/>
          </p:nvPr>
        </p:nvSpPr>
        <p:spPr>
          <a:xfrm>
            <a:off x="6096000" y="3050918"/>
            <a:ext cx="5350933" cy="1822450"/>
          </a:xfrm>
        </p:spPr>
        <p:txBody>
          <a:bodyPr/>
          <a:lstStyle/>
          <a:p>
            <a:r>
              <a:rPr lang="en-IN" sz="4000" b="1" dirty="0"/>
              <a:t>Introduction to NN and DNN</a:t>
            </a:r>
          </a:p>
        </p:txBody>
      </p:sp>
      <p:sp>
        <p:nvSpPr>
          <p:cNvPr id="2" name="Subtitle 1">
            <a:extLst>
              <a:ext uri="{FF2B5EF4-FFF2-40B4-BE49-F238E27FC236}">
                <a16:creationId xmlns:a16="http://schemas.microsoft.com/office/drawing/2014/main" id="{55EE9A43-EE9D-A512-17DA-6D131D8F9EA5}"/>
              </a:ext>
            </a:extLst>
          </p:cNvPr>
          <p:cNvSpPr txBox="1">
            <a:spLocks/>
          </p:cNvSpPr>
          <p:nvPr/>
        </p:nvSpPr>
        <p:spPr bwMode="auto">
          <a:xfrm>
            <a:off x="6445348" y="4968207"/>
            <a:ext cx="5350933" cy="182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marL="0" indent="0" algn="l" rtl="0" eaLnBrk="0" fontAlgn="base" hangingPunct="0">
              <a:spcBef>
                <a:spcPct val="20000"/>
              </a:spcBef>
              <a:spcAft>
                <a:spcPct val="0"/>
              </a:spcAft>
              <a:buClr>
                <a:schemeClr val="tx1"/>
              </a:buClr>
              <a:buSzPct val="75000"/>
              <a:buFont typeface="Wingdings" panose="05000000000000000000" pitchFamily="2" charset="2"/>
              <a:buNone/>
              <a:defRPr kumimoji="1" sz="2800" kern="1200">
                <a:solidFill>
                  <a:schemeClr val="tx2"/>
                </a:solidFill>
                <a:latin typeface="+mn-lt"/>
                <a:ea typeface="PMingLiU" panose="02020500000000000000" pitchFamily="18" charset="-120"/>
                <a:cs typeface="+mn-cs"/>
              </a:defRPr>
            </a:lvl1pPr>
            <a:lvl2pPr marL="742950" indent="-285750" algn="l" rtl="0" eaLnBrk="0" fontAlgn="base" hangingPunct="0">
              <a:spcBef>
                <a:spcPct val="20000"/>
              </a:spcBef>
              <a:spcAft>
                <a:spcPct val="0"/>
              </a:spcAft>
              <a:buClr>
                <a:schemeClr val="tx1"/>
              </a:buClr>
              <a:buSzPct val="75000"/>
              <a:buChar char="–"/>
              <a:defRPr kumimoji="1" sz="2400" kern="1200">
                <a:solidFill>
                  <a:schemeClr val="tx1"/>
                </a:solidFill>
                <a:latin typeface="+mn-lt"/>
                <a:ea typeface="PMingLiU" panose="02020500000000000000" pitchFamily="18" charset="-120"/>
                <a:cs typeface="+mn-cs"/>
              </a:defRPr>
            </a:lvl2pPr>
            <a:lvl3pPr marL="1143000" indent="-228600" algn="l" rtl="0" eaLnBrk="0" fontAlgn="base" hangingPunct="0">
              <a:spcBef>
                <a:spcPct val="20000"/>
              </a:spcBef>
              <a:spcAft>
                <a:spcPct val="0"/>
              </a:spcAft>
              <a:buClr>
                <a:schemeClr val="tx1"/>
              </a:buClr>
              <a:buSzPct val="75000"/>
              <a:buFont typeface="Wingdings" panose="05000000000000000000" pitchFamily="2" charset="2"/>
              <a:buChar char="l"/>
              <a:defRPr kumimoji="1" sz="2000" kern="1200">
                <a:solidFill>
                  <a:schemeClr val="tx1"/>
                </a:solidFill>
                <a:latin typeface="+mn-lt"/>
                <a:ea typeface="PMingLiU" panose="02020500000000000000" pitchFamily="18" charset="-120"/>
                <a:cs typeface="+mn-cs"/>
              </a:defRPr>
            </a:lvl3pPr>
            <a:lvl4pPr marL="1600200" indent="-228600" algn="l" rtl="0" eaLnBrk="0" fontAlgn="base" hangingPunct="0">
              <a:spcBef>
                <a:spcPct val="20000"/>
              </a:spcBef>
              <a:spcAft>
                <a:spcPct val="0"/>
              </a:spcAft>
              <a:buClr>
                <a:schemeClr val="tx1"/>
              </a:buClr>
              <a:buSzPct val="80000"/>
              <a:buChar char="–"/>
              <a:defRPr kumimoji="1" kern="1200">
                <a:solidFill>
                  <a:schemeClr val="tx1"/>
                </a:solidFill>
                <a:latin typeface="+mn-lt"/>
                <a:ea typeface="PMingLiU" panose="02020500000000000000" pitchFamily="18" charset="-120"/>
                <a:cs typeface="+mn-cs"/>
              </a:defRPr>
            </a:lvl4pPr>
            <a:lvl5pPr marL="2057400" indent="-228600" algn="l" rtl="0" eaLnBrk="0" fontAlgn="base" hangingPunct="0">
              <a:spcBef>
                <a:spcPct val="20000"/>
              </a:spcBef>
              <a:spcAft>
                <a:spcPct val="0"/>
              </a:spcAft>
              <a:buClr>
                <a:schemeClr val="tx1"/>
              </a:buClr>
              <a:buSzPct val="65000"/>
              <a:buFont typeface="Wingdings" panose="05000000000000000000" pitchFamily="2" charset="2"/>
              <a:buChar char="l"/>
              <a:defRPr kumimoji="1" kern="1200">
                <a:solidFill>
                  <a:schemeClr val="tx1"/>
                </a:solidFill>
                <a:latin typeface="+mn-lt"/>
                <a:ea typeface="PMingLiU" panose="02020500000000000000" pitchFamily="18" charset="-12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err="1"/>
              <a:t>Dr.</a:t>
            </a:r>
            <a:r>
              <a:rPr lang="en-IN" b="1" dirty="0"/>
              <a:t> Supriya Patil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a:extLst>
              <a:ext uri="{FF2B5EF4-FFF2-40B4-BE49-F238E27FC236}">
                <a16:creationId xmlns:a16="http://schemas.microsoft.com/office/drawing/2014/main" id="{54707870-6F9D-43B8-A7A7-4838DC67620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SzPct val="75000"/>
              <a:buFont typeface="Wingdings" panose="05000000000000000000" pitchFamily="2" charset="2"/>
              <a:buChar char="l"/>
              <a:defRPr kumimoji="1" sz="2800">
                <a:solidFill>
                  <a:schemeClr val="tx1"/>
                </a:solidFill>
                <a:latin typeface="Arial" panose="020B0604020202020204" pitchFamily="34" charset="0"/>
                <a:ea typeface="PMingLiU" panose="02020500000000000000" pitchFamily="18" charset="-120"/>
              </a:defRPr>
            </a:lvl1pPr>
            <a:lvl2pPr marL="742950" indent="-285750">
              <a:spcBef>
                <a:spcPct val="20000"/>
              </a:spcBef>
              <a:buClr>
                <a:schemeClr val="tx1"/>
              </a:buClr>
              <a:buSzPct val="75000"/>
              <a:buChar char="–"/>
              <a:defRPr kumimoji="1" sz="2400">
                <a:solidFill>
                  <a:schemeClr val="tx1"/>
                </a:solidFill>
                <a:latin typeface="Arial" panose="020B0604020202020204" pitchFamily="34" charset="0"/>
                <a:ea typeface="PMingLiU" panose="02020500000000000000" pitchFamily="18" charset="-120"/>
              </a:defRPr>
            </a:lvl2pPr>
            <a:lvl3pPr marL="1143000" indent="-228600">
              <a:spcBef>
                <a:spcPct val="20000"/>
              </a:spcBef>
              <a:buClr>
                <a:schemeClr val="tx1"/>
              </a:buClr>
              <a:buSzPct val="75000"/>
              <a:buFont typeface="Wingdings" panose="05000000000000000000" pitchFamily="2" charset="2"/>
              <a:buChar char="l"/>
              <a:defRPr kumimoji="1" sz="2000">
                <a:solidFill>
                  <a:schemeClr val="tx1"/>
                </a:solidFill>
                <a:latin typeface="Arial" panose="020B0604020202020204" pitchFamily="34" charset="0"/>
                <a:ea typeface="PMingLiU" panose="02020500000000000000" pitchFamily="18" charset="-120"/>
              </a:defRPr>
            </a:lvl3pPr>
            <a:lvl4pPr marL="1600200" indent="-228600">
              <a:spcBef>
                <a:spcPct val="20000"/>
              </a:spcBef>
              <a:buClr>
                <a:schemeClr val="tx1"/>
              </a:buClr>
              <a:buSzPct val="80000"/>
              <a:buChar char="–"/>
              <a:defRPr kumimoji="1">
                <a:solidFill>
                  <a:schemeClr val="tx1"/>
                </a:solidFill>
                <a:latin typeface="Arial" panose="020B0604020202020204" pitchFamily="34" charset="0"/>
                <a:ea typeface="PMingLiU" panose="02020500000000000000" pitchFamily="18" charset="-120"/>
              </a:defRPr>
            </a:lvl4pPr>
            <a:lvl5pPr marL="2057400" indent="-228600">
              <a:spcBef>
                <a:spcPct val="20000"/>
              </a:spcBef>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9pPr>
          </a:lstStyle>
          <a:p>
            <a:pPr fontAlgn="base">
              <a:spcBef>
                <a:spcPct val="0"/>
              </a:spcBef>
              <a:spcAft>
                <a:spcPct val="0"/>
              </a:spcAft>
              <a:buClrTx/>
              <a:buSzTx/>
              <a:buNone/>
            </a:pPr>
            <a:fld id="{4FDC158F-2FB2-476D-9DA0-B2B107E56B59}" type="slidenum">
              <a:rPr kumimoji="0" lang="en-US" altLang="zh-TW" sz="2600">
                <a:solidFill>
                  <a:srgbClr val="FFFFFF"/>
                </a:solidFill>
              </a:rPr>
              <a:pPr fontAlgn="base">
                <a:spcBef>
                  <a:spcPct val="0"/>
                </a:spcBef>
                <a:spcAft>
                  <a:spcPct val="0"/>
                </a:spcAft>
                <a:buClrTx/>
                <a:buSzTx/>
                <a:buNone/>
              </a:pPr>
              <a:t>2</a:t>
            </a:fld>
            <a:endParaRPr kumimoji="0" lang="en-US" altLang="zh-TW" sz="2600">
              <a:solidFill>
                <a:srgbClr val="FFFFFF"/>
              </a:solidFill>
            </a:endParaRPr>
          </a:p>
        </p:txBody>
      </p:sp>
      <p:sp>
        <p:nvSpPr>
          <p:cNvPr id="5123" name="AutoShape 2">
            <a:extLst>
              <a:ext uri="{FF2B5EF4-FFF2-40B4-BE49-F238E27FC236}">
                <a16:creationId xmlns:a16="http://schemas.microsoft.com/office/drawing/2014/main" id="{80553EEB-6972-4AE2-98D6-5D8213397FD2}"/>
              </a:ext>
            </a:extLst>
          </p:cNvPr>
          <p:cNvSpPr>
            <a:spLocks noGrp="1" noChangeArrowheads="1"/>
          </p:cNvSpPr>
          <p:nvPr>
            <p:ph type="title"/>
          </p:nvPr>
        </p:nvSpPr>
        <p:spPr>
          <a:xfrm>
            <a:off x="1016000" y="762000"/>
            <a:ext cx="6239042" cy="1143000"/>
          </a:xfrm>
        </p:spPr>
        <p:txBody>
          <a:bodyPr/>
          <a:lstStyle/>
          <a:p>
            <a:pPr eaLnBrk="1" hangingPunct="1"/>
            <a:r>
              <a:rPr lang="en-US" altLang="zh-TW" dirty="0"/>
              <a:t>What is a Neural Network?</a:t>
            </a:r>
          </a:p>
        </p:txBody>
      </p:sp>
      <p:sp>
        <p:nvSpPr>
          <p:cNvPr id="5124" name="Rectangle 3">
            <a:extLst>
              <a:ext uri="{FF2B5EF4-FFF2-40B4-BE49-F238E27FC236}">
                <a16:creationId xmlns:a16="http://schemas.microsoft.com/office/drawing/2014/main" id="{D794DEDB-BCA8-477F-B46B-EA1CCDD31BAC}"/>
              </a:ext>
            </a:extLst>
          </p:cNvPr>
          <p:cNvSpPr>
            <a:spLocks noGrp="1" noChangeArrowheads="1"/>
          </p:cNvSpPr>
          <p:nvPr>
            <p:ph type="body" idx="1"/>
          </p:nvPr>
        </p:nvSpPr>
        <p:spPr>
          <a:xfrm>
            <a:off x="1215190" y="2554705"/>
            <a:ext cx="10684042" cy="4176295"/>
          </a:xfrm>
        </p:spPr>
        <p:txBody>
          <a:bodyPr/>
          <a:lstStyle/>
          <a:p>
            <a:pPr eaLnBrk="1" hangingPunct="1">
              <a:lnSpc>
                <a:spcPct val="90000"/>
              </a:lnSpc>
              <a:defRPr/>
            </a:pPr>
            <a:r>
              <a:rPr lang="en-US" altLang="zh-TW" sz="2000" dirty="0"/>
              <a:t>A neural network is a massively parallel distributed processor made up of simple processing units, which has a natural propensity for storing experiential knowledge and making it available for use.</a:t>
            </a:r>
          </a:p>
          <a:p>
            <a:pPr marL="0" indent="0" eaLnBrk="1" hangingPunct="1">
              <a:lnSpc>
                <a:spcPct val="90000"/>
              </a:lnSpc>
              <a:buNone/>
              <a:defRPr/>
            </a:pPr>
            <a:r>
              <a:rPr lang="en-US" altLang="zh-TW" sz="2000" b="1" dirty="0"/>
              <a:t>      </a:t>
            </a:r>
            <a:r>
              <a:rPr lang="en-US" altLang="zh-TW" sz="1600" b="1" dirty="0"/>
              <a:t>(</a:t>
            </a:r>
            <a:r>
              <a:rPr lang="en-US" altLang="en-US" sz="1600" b="1" dirty="0"/>
              <a:t>Brain – Highly complex, nonlinear and parallel information processing system)</a:t>
            </a:r>
          </a:p>
          <a:p>
            <a:pPr marL="0" indent="0" eaLnBrk="1" hangingPunct="1">
              <a:lnSpc>
                <a:spcPct val="90000"/>
              </a:lnSpc>
              <a:buNone/>
              <a:defRPr/>
            </a:pPr>
            <a:endParaRPr lang="en-US" altLang="en-US" sz="1600" b="1" dirty="0"/>
          </a:p>
          <a:p>
            <a:pPr marL="0" indent="0" eaLnBrk="1" hangingPunct="1">
              <a:lnSpc>
                <a:spcPct val="90000"/>
              </a:lnSpc>
              <a:buNone/>
              <a:defRPr/>
            </a:pPr>
            <a:endParaRPr lang="en-US" altLang="zh-TW" sz="2000" b="1" dirty="0"/>
          </a:p>
          <a:p>
            <a:pPr eaLnBrk="1" hangingPunct="1">
              <a:lnSpc>
                <a:spcPct val="90000"/>
              </a:lnSpc>
              <a:defRPr/>
            </a:pPr>
            <a:r>
              <a:rPr lang="en-US" altLang="zh-TW" sz="2000" dirty="0"/>
              <a:t>Knowledge is acquired by the network from its environment through a learning process. The procedure performing learning process is called a learning algorithm.</a:t>
            </a:r>
          </a:p>
          <a:p>
            <a:pPr eaLnBrk="1" hangingPunct="1">
              <a:lnSpc>
                <a:spcPct val="90000"/>
              </a:lnSpc>
              <a:defRPr/>
            </a:pPr>
            <a:endParaRPr lang="en-US" altLang="zh-TW" sz="2000" dirty="0"/>
          </a:p>
          <a:p>
            <a:pPr eaLnBrk="1" hangingPunct="1">
              <a:lnSpc>
                <a:spcPct val="90000"/>
              </a:lnSpc>
              <a:defRPr/>
            </a:pPr>
            <a:endParaRPr lang="en-US" altLang="zh-TW" sz="2000" dirty="0"/>
          </a:p>
          <a:p>
            <a:pPr eaLnBrk="1" hangingPunct="1">
              <a:lnSpc>
                <a:spcPct val="90000"/>
              </a:lnSpc>
              <a:defRPr/>
            </a:pPr>
            <a:r>
              <a:rPr lang="en-US" altLang="zh-TW" sz="2000" dirty="0"/>
              <a:t>Interneuron connection strengths, known as synaptic weights, are used to store the acquired knowledge.</a:t>
            </a:r>
            <a:endParaRPr lang="en-US" altLang="zh-TW"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DBAF842D-ED6B-4618-B530-38CD4549E327}"/>
              </a:ext>
            </a:extLst>
          </p:cNvPr>
          <p:cNvSpPr>
            <a:spLocks noGrp="1" noChangeArrowheads="1"/>
          </p:cNvSpPr>
          <p:nvPr>
            <p:ph type="title"/>
          </p:nvPr>
        </p:nvSpPr>
        <p:spPr>
          <a:xfrm>
            <a:off x="987552" y="701040"/>
            <a:ext cx="11782766" cy="1143000"/>
          </a:xfrm>
        </p:spPr>
        <p:txBody>
          <a:bodyPr/>
          <a:lstStyle/>
          <a:p>
            <a:pPr eaLnBrk="1" hangingPunct="1"/>
            <a:r>
              <a:rPr lang="en-IN" altLang="en-US" sz="2900" dirty="0"/>
              <a:t>Comparison between Conventional computer and Human brain</a:t>
            </a:r>
          </a:p>
        </p:txBody>
      </p:sp>
      <p:graphicFrame>
        <p:nvGraphicFramePr>
          <p:cNvPr id="5" name="Table 5">
            <a:extLst>
              <a:ext uri="{FF2B5EF4-FFF2-40B4-BE49-F238E27FC236}">
                <a16:creationId xmlns:a16="http://schemas.microsoft.com/office/drawing/2014/main" id="{449CB0A8-1D76-4137-B7DF-3FC6B26D7DE5}"/>
              </a:ext>
            </a:extLst>
          </p:cNvPr>
          <p:cNvGraphicFramePr>
            <a:graphicFrameLocks noGrp="1"/>
          </p:cNvGraphicFramePr>
          <p:nvPr>
            <p:ph idx="1"/>
            <p:extLst>
              <p:ext uri="{D42A27DB-BD31-4B8C-83A1-F6EECF244321}">
                <p14:modId xmlns:p14="http://schemas.microsoft.com/office/powerpoint/2010/main" val="3425556274"/>
              </p:ext>
            </p:extLst>
          </p:nvPr>
        </p:nvGraphicFramePr>
        <p:xfrm>
          <a:off x="1686507" y="2281121"/>
          <a:ext cx="9823612" cy="4588566"/>
        </p:xfrm>
        <a:graphic>
          <a:graphicData uri="http://schemas.openxmlformats.org/drawingml/2006/table">
            <a:tbl>
              <a:tblPr firstRow="1" bandRow="1">
                <a:tableStyleId>{5C22544A-7EE6-4342-B048-85BDC9FD1C3A}</a:tableStyleId>
              </a:tblPr>
              <a:tblGrid>
                <a:gridCol w="4580618">
                  <a:extLst>
                    <a:ext uri="{9D8B030D-6E8A-4147-A177-3AD203B41FA5}">
                      <a16:colId xmlns:a16="http://schemas.microsoft.com/office/drawing/2014/main" val="20000"/>
                    </a:ext>
                  </a:extLst>
                </a:gridCol>
                <a:gridCol w="5242994">
                  <a:extLst>
                    <a:ext uri="{9D8B030D-6E8A-4147-A177-3AD203B41FA5}">
                      <a16:colId xmlns:a16="http://schemas.microsoft.com/office/drawing/2014/main" val="20001"/>
                    </a:ext>
                  </a:extLst>
                </a:gridCol>
              </a:tblGrid>
              <a:tr h="365728">
                <a:tc>
                  <a:txBody>
                    <a:bodyPr/>
                    <a:lstStyle/>
                    <a:p>
                      <a:r>
                        <a:rPr lang="en-IN" sz="1600" dirty="0"/>
                        <a:t>Conventional Computer</a:t>
                      </a:r>
                    </a:p>
                  </a:txBody>
                  <a:tcPr marL="91434" marR="91434" marT="45711" marB="45711"/>
                </a:tc>
                <a:tc>
                  <a:txBody>
                    <a:bodyPr/>
                    <a:lstStyle/>
                    <a:p>
                      <a:r>
                        <a:rPr lang="en-IN" sz="1600" dirty="0"/>
                        <a:t>    Human brain</a:t>
                      </a:r>
                    </a:p>
                  </a:txBody>
                  <a:tcPr marL="91434" marR="91434" marT="45711" marB="45711"/>
                </a:tc>
                <a:extLst>
                  <a:ext uri="{0D108BD9-81ED-4DB2-BD59-A6C34878D82A}">
                    <a16:rowId xmlns:a16="http://schemas.microsoft.com/office/drawing/2014/main" val="10000"/>
                  </a:ext>
                </a:extLst>
              </a:tr>
              <a:tr h="944816">
                <a:tc>
                  <a:txBody>
                    <a:bodyPr/>
                    <a:lstStyle/>
                    <a:p>
                      <a:pPr algn="just"/>
                      <a:r>
                        <a:rPr lang="en-IN" sz="1400" dirty="0"/>
                        <a:t>To solve the problem computer uses sequential approach. It follows the set of instructions to solve the given problem. It restricts problem solving ability of computer.</a:t>
                      </a:r>
                    </a:p>
                  </a:txBody>
                  <a:tcPr marL="91434" marR="91434" marT="45711" marB="45711"/>
                </a:tc>
                <a:tc>
                  <a:txBody>
                    <a:bodyPr/>
                    <a:lstStyle/>
                    <a:p>
                      <a:pPr algn="just"/>
                      <a:r>
                        <a:rPr lang="en-IN" sz="1400" dirty="0"/>
                        <a:t>To solve the problem large number of highly interconnected nodes work in parallel. It learns by example.</a:t>
                      </a:r>
                    </a:p>
                    <a:p>
                      <a:pPr algn="just"/>
                      <a:r>
                        <a:rPr lang="en-IN" sz="1400" dirty="0" err="1"/>
                        <a:t>Eg</a:t>
                      </a:r>
                      <a:r>
                        <a:rPr lang="en-IN" sz="1400" dirty="0"/>
                        <a:t>: Small child, experienced doctor.  </a:t>
                      </a:r>
                    </a:p>
                  </a:txBody>
                  <a:tcPr marL="91434" marR="91434" marT="45711" marB="45711"/>
                </a:tc>
                <a:extLst>
                  <a:ext uri="{0D108BD9-81ED-4DB2-BD59-A6C34878D82A}">
                    <a16:rowId xmlns:a16="http://schemas.microsoft.com/office/drawing/2014/main" val="10001"/>
                  </a:ext>
                </a:extLst>
              </a:tr>
              <a:tr h="731468">
                <a:tc>
                  <a:txBody>
                    <a:bodyPr/>
                    <a:lstStyle/>
                    <a:p>
                      <a:pPr algn="just"/>
                      <a:r>
                        <a:rPr lang="en-IN" sz="1400" dirty="0"/>
                        <a:t>Computer has centralised control for  all the operations.</a:t>
                      </a:r>
                    </a:p>
                  </a:txBody>
                  <a:tcPr marL="91434" marR="91434" marT="45711" marB="45711"/>
                </a:tc>
                <a:tc>
                  <a:txBody>
                    <a:bodyPr/>
                    <a:lstStyle/>
                    <a:p>
                      <a:pPr algn="just"/>
                      <a:r>
                        <a:rPr lang="en-IN" sz="1400" dirty="0"/>
                        <a:t>It is a distributed control system. Each neuron acts based on information locally available and transmits info of its output to neuron connected to it.</a:t>
                      </a:r>
                    </a:p>
                  </a:txBody>
                  <a:tcPr marL="91434" marR="91434" marT="45711" marB="45711"/>
                </a:tc>
                <a:extLst>
                  <a:ext uri="{0D108BD9-81ED-4DB2-BD59-A6C34878D82A}">
                    <a16:rowId xmlns:a16="http://schemas.microsoft.com/office/drawing/2014/main" val="10002"/>
                  </a:ext>
                </a:extLst>
              </a:tr>
              <a:tr h="656750">
                <a:tc>
                  <a:txBody>
                    <a:bodyPr/>
                    <a:lstStyle/>
                    <a:p>
                      <a:pPr algn="just"/>
                      <a:r>
                        <a:rPr lang="en-IN" sz="1400" dirty="0"/>
                        <a:t>Computer stores the information in memory.</a:t>
                      </a:r>
                    </a:p>
                  </a:txBody>
                  <a:tcPr marL="91434" marR="91434" marT="45711" marB="45711"/>
                </a:tc>
                <a:tc>
                  <a:txBody>
                    <a:bodyPr/>
                    <a:lstStyle/>
                    <a:p>
                      <a:pPr algn="just"/>
                      <a:r>
                        <a:rPr lang="en-IN" sz="1400" dirty="0"/>
                        <a:t>Human brain stores information in its connection weights.</a:t>
                      </a:r>
                    </a:p>
                  </a:txBody>
                  <a:tcPr marL="91434" marR="91434" marT="45711" marB="45711"/>
                </a:tc>
                <a:extLst>
                  <a:ext uri="{0D108BD9-81ED-4DB2-BD59-A6C34878D82A}">
                    <a16:rowId xmlns:a16="http://schemas.microsoft.com/office/drawing/2014/main" val="10003"/>
                  </a:ext>
                </a:extLst>
              </a:tr>
              <a:tr h="518119">
                <a:tc>
                  <a:txBody>
                    <a:bodyPr/>
                    <a:lstStyle/>
                    <a:p>
                      <a:pPr algn="just"/>
                      <a:r>
                        <a:rPr lang="en-IN" sz="1400" dirty="0"/>
                        <a:t>Information stored in computer memory is replaceable.</a:t>
                      </a:r>
                    </a:p>
                  </a:txBody>
                  <a:tcPr marL="91434" marR="91434" marT="45711" marB="45711"/>
                </a:tc>
                <a:tc>
                  <a:txBody>
                    <a:bodyPr/>
                    <a:lstStyle/>
                    <a:p>
                      <a:pPr algn="just"/>
                      <a:r>
                        <a:rPr lang="en-IN" sz="1400" dirty="0"/>
                        <a:t>Information stored in human brain is adaptable. </a:t>
                      </a:r>
                      <a:r>
                        <a:rPr lang="en-IN" sz="1400" dirty="0" err="1"/>
                        <a:t>Eg</a:t>
                      </a:r>
                      <a:r>
                        <a:rPr lang="en-IN" sz="1400" dirty="0"/>
                        <a:t>: Face recognition.</a:t>
                      </a:r>
                    </a:p>
                  </a:txBody>
                  <a:tcPr marL="91434" marR="91434" marT="45711" marB="45711"/>
                </a:tc>
                <a:extLst>
                  <a:ext uri="{0D108BD9-81ED-4DB2-BD59-A6C34878D82A}">
                    <a16:rowId xmlns:a16="http://schemas.microsoft.com/office/drawing/2014/main" val="10004"/>
                  </a:ext>
                </a:extLst>
              </a:tr>
              <a:tr h="1371512">
                <a:tc>
                  <a:txBody>
                    <a:bodyPr/>
                    <a:lstStyle/>
                    <a:p>
                      <a:pPr algn="just"/>
                      <a:r>
                        <a:rPr lang="en-IN" sz="1400" kern="1200" dirty="0">
                          <a:solidFill>
                            <a:schemeClr val="dk1"/>
                          </a:solidFill>
                          <a:latin typeface="+mn-lt"/>
                          <a:ea typeface="+mn-ea"/>
                          <a:cs typeface="+mn-cs"/>
                        </a:rPr>
                        <a:t>Computer has no tolerance. If information in memory is corrupt, it can not be retrieved. If one or other part goes the it stops working. </a:t>
                      </a:r>
                    </a:p>
                    <a:p>
                      <a:pPr algn="just"/>
                      <a:endParaRPr lang="en-IN" sz="1400" kern="1200" dirty="0">
                        <a:solidFill>
                          <a:schemeClr val="dk1"/>
                        </a:solidFill>
                        <a:latin typeface="+mn-lt"/>
                        <a:ea typeface="+mn-ea"/>
                        <a:cs typeface="+mn-cs"/>
                      </a:endParaRPr>
                    </a:p>
                    <a:p>
                      <a:pPr algn="just"/>
                      <a:r>
                        <a:rPr lang="en-IN" sz="1400" b="1" kern="1200" dirty="0" err="1">
                          <a:solidFill>
                            <a:schemeClr val="dk1"/>
                          </a:solidFill>
                          <a:latin typeface="+mn-lt"/>
                          <a:ea typeface="+mn-ea"/>
                          <a:cs typeface="+mn-cs"/>
                        </a:rPr>
                        <a:t>Eg</a:t>
                      </a:r>
                      <a:r>
                        <a:rPr lang="en-IN" sz="1400" b="1" kern="1200" dirty="0">
                          <a:solidFill>
                            <a:schemeClr val="dk1"/>
                          </a:solidFill>
                          <a:latin typeface="+mn-lt"/>
                          <a:ea typeface="+mn-ea"/>
                          <a:cs typeface="+mn-cs"/>
                        </a:rPr>
                        <a:t>: SMPS, RAM, Hard disk.</a:t>
                      </a:r>
                    </a:p>
                  </a:txBody>
                  <a:tcPr marL="91434" marR="91434" marT="45711" marB="45711"/>
                </a:tc>
                <a:tc>
                  <a:txBody>
                    <a:bodyPr/>
                    <a:lstStyle/>
                    <a:p>
                      <a:pPr algn="just"/>
                      <a:r>
                        <a:rPr lang="en-IN" sz="1400" kern="1200" dirty="0">
                          <a:solidFill>
                            <a:schemeClr val="dk1"/>
                          </a:solidFill>
                          <a:latin typeface="+mn-lt"/>
                          <a:ea typeface="+mn-ea"/>
                          <a:cs typeface="+mn-cs"/>
                        </a:rPr>
                        <a:t>In biological neural network the information is distributed in the connections through out the network. Even if one or other connection fails or one or other neuron stops working, information can still be retrieved. Still network performs well.  </a:t>
                      </a:r>
                    </a:p>
                    <a:p>
                      <a:pPr algn="just"/>
                      <a:endParaRPr lang="en-IN" sz="1400" b="1" kern="1200" dirty="0">
                        <a:solidFill>
                          <a:schemeClr val="dk1"/>
                        </a:solidFill>
                        <a:latin typeface="+mn-lt"/>
                        <a:ea typeface="+mn-ea"/>
                        <a:cs typeface="+mn-cs"/>
                      </a:endParaRPr>
                    </a:p>
                    <a:p>
                      <a:pPr algn="just"/>
                      <a:r>
                        <a:rPr lang="en-IN" sz="1400" b="1" kern="1200" dirty="0" err="1">
                          <a:solidFill>
                            <a:schemeClr val="dk1"/>
                          </a:solidFill>
                          <a:latin typeface="+mn-lt"/>
                          <a:ea typeface="+mn-ea"/>
                          <a:cs typeface="+mn-cs"/>
                        </a:rPr>
                        <a:t>Eg</a:t>
                      </a:r>
                      <a:r>
                        <a:rPr lang="en-IN" sz="1400" b="1" kern="1200" dirty="0">
                          <a:solidFill>
                            <a:schemeClr val="dk1"/>
                          </a:solidFill>
                          <a:latin typeface="+mn-lt"/>
                          <a:ea typeface="+mn-ea"/>
                          <a:cs typeface="+mn-cs"/>
                        </a:rPr>
                        <a:t>: Deaf and dumb person.</a:t>
                      </a:r>
                    </a:p>
                  </a:txBody>
                  <a:tcPr marL="91434" marR="91434" marT="45711" marB="45711"/>
                </a:tc>
                <a:extLst>
                  <a:ext uri="{0D108BD9-81ED-4DB2-BD59-A6C34878D82A}">
                    <a16:rowId xmlns:a16="http://schemas.microsoft.com/office/drawing/2014/main" val="10005"/>
                  </a:ext>
                </a:extLst>
              </a:tr>
            </a:tbl>
          </a:graphicData>
        </a:graphic>
      </p:graphicFrame>
      <p:sp>
        <p:nvSpPr>
          <p:cNvPr id="6170" name="Slide Number Placeholder 3">
            <a:extLst>
              <a:ext uri="{FF2B5EF4-FFF2-40B4-BE49-F238E27FC236}">
                <a16:creationId xmlns:a16="http://schemas.microsoft.com/office/drawing/2014/main" id="{99090D8F-3E2B-45ED-8479-E8ABC0EC5B3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SzPct val="75000"/>
              <a:buFont typeface="Wingdings" panose="05000000000000000000" pitchFamily="2" charset="2"/>
              <a:buChar char="l"/>
              <a:defRPr kumimoji="1" sz="2800">
                <a:solidFill>
                  <a:schemeClr val="tx1"/>
                </a:solidFill>
                <a:latin typeface="Arial" panose="020B0604020202020204" pitchFamily="34" charset="0"/>
                <a:ea typeface="PMingLiU" panose="02020500000000000000" pitchFamily="18" charset="-120"/>
              </a:defRPr>
            </a:lvl1pPr>
            <a:lvl2pPr marL="742950" indent="-285750">
              <a:spcBef>
                <a:spcPct val="20000"/>
              </a:spcBef>
              <a:buClr>
                <a:schemeClr val="tx1"/>
              </a:buClr>
              <a:buSzPct val="75000"/>
              <a:buChar char="–"/>
              <a:defRPr kumimoji="1" sz="2400">
                <a:solidFill>
                  <a:schemeClr val="tx1"/>
                </a:solidFill>
                <a:latin typeface="Arial" panose="020B0604020202020204" pitchFamily="34" charset="0"/>
                <a:ea typeface="PMingLiU" panose="02020500000000000000" pitchFamily="18" charset="-120"/>
              </a:defRPr>
            </a:lvl2pPr>
            <a:lvl3pPr marL="1143000" indent="-228600">
              <a:spcBef>
                <a:spcPct val="20000"/>
              </a:spcBef>
              <a:buClr>
                <a:schemeClr val="tx1"/>
              </a:buClr>
              <a:buSzPct val="75000"/>
              <a:buFont typeface="Wingdings" panose="05000000000000000000" pitchFamily="2" charset="2"/>
              <a:buChar char="l"/>
              <a:defRPr kumimoji="1" sz="2000">
                <a:solidFill>
                  <a:schemeClr val="tx1"/>
                </a:solidFill>
                <a:latin typeface="Arial" panose="020B0604020202020204" pitchFamily="34" charset="0"/>
                <a:ea typeface="PMingLiU" panose="02020500000000000000" pitchFamily="18" charset="-120"/>
              </a:defRPr>
            </a:lvl3pPr>
            <a:lvl4pPr marL="1600200" indent="-228600">
              <a:spcBef>
                <a:spcPct val="20000"/>
              </a:spcBef>
              <a:buClr>
                <a:schemeClr val="tx1"/>
              </a:buClr>
              <a:buSzPct val="80000"/>
              <a:buChar char="–"/>
              <a:defRPr kumimoji="1">
                <a:solidFill>
                  <a:schemeClr val="tx1"/>
                </a:solidFill>
                <a:latin typeface="Arial" panose="020B0604020202020204" pitchFamily="34" charset="0"/>
                <a:ea typeface="PMingLiU" panose="02020500000000000000" pitchFamily="18" charset="-120"/>
              </a:defRPr>
            </a:lvl4pPr>
            <a:lvl5pPr marL="2057400" indent="-228600">
              <a:spcBef>
                <a:spcPct val="20000"/>
              </a:spcBef>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9pPr>
          </a:lstStyle>
          <a:p>
            <a:pPr fontAlgn="base">
              <a:spcBef>
                <a:spcPct val="0"/>
              </a:spcBef>
              <a:spcAft>
                <a:spcPct val="0"/>
              </a:spcAft>
              <a:buClrTx/>
              <a:buSzTx/>
              <a:buNone/>
            </a:pPr>
            <a:fld id="{A6A8D3BF-185F-45D5-AC29-2EC0C8DF4E2B}" type="slidenum">
              <a:rPr kumimoji="0" lang="en-US" altLang="zh-TW" sz="2600">
                <a:solidFill>
                  <a:srgbClr val="FFFFFF"/>
                </a:solidFill>
              </a:rPr>
              <a:pPr fontAlgn="base">
                <a:spcBef>
                  <a:spcPct val="0"/>
                </a:spcBef>
                <a:spcAft>
                  <a:spcPct val="0"/>
                </a:spcAft>
                <a:buClrTx/>
                <a:buSzTx/>
                <a:buNone/>
              </a:pPr>
              <a:t>3</a:t>
            </a:fld>
            <a:endParaRPr kumimoji="0" lang="en-US" altLang="zh-TW" sz="2600">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59998645-97D1-40D7-BEA5-2AB6FADD1D5E}"/>
              </a:ext>
            </a:extLst>
          </p:cNvPr>
          <p:cNvSpPr>
            <a:spLocks noGrp="1" noChangeArrowheads="1"/>
          </p:cNvSpPr>
          <p:nvPr>
            <p:ph type="title"/>
          </p:nvPr>
        </p:nvSpPr>
        <p:spPr>
          <a:xfrm>
            <a:off x="2286000" y="762000"/>
            <a:ext cx="8274050" cy="1143000"/>
          </a:xfrm>
        </p:spPr>
        <p:txBody>
          <a:bodyPr/>
          <a:lstStyle/>
          <a:p>
            <a:pPr eaLnBrk="1" hangingPunct="1"/>
            <a:r>
              <a:rPr lang="en-IN" altLang="en-US" dirty="0">
                <a:solidFill>
                  <a:srgbClr val="006666"/>
                </a:solidFill>
              </a:rPr>
              <a:t>Comparison between Conventional computer and Human brain</a:t>
            </a:r>
            <a:endParaRPr lang="en-IN" altLang="en-US" dirty="0"/>
          </a:p>
        </p:txBody>
      </p:sp>
      <p:graphicFrame>
        <p:nvGraphicFramePr>
          <p:cNvPr id="5" name="Table 5">
            <a:extLst>
              <a:ext uri="{FF2B5EF4-FFF2-40B4-BE49-F238E27FC236}">
                <a16:creationId xmlns:a16="http://schemas.microsoft.com/office/drawing/2014/main" id="{A8941CB2-414E-4866-A6BE-0D3373DCF4FC}"/>
              </a:ext>
            </a:extLst>
          </p:cNvPr>
          <p:cNvGraphicFramePr>
            <a:graphicFrameLocks noGrp="1"/>
          </p:cNvGraphicFramePr>
          <p:nvPr>
            <p:ph idx="1"/>
            <p:extLst>
              <p:ext uri="{D42A27DB-BD31-4B8C-83A1-F6EECF244321}">
                <p14:modId xmlns:p14="http://schemas.microsoft.com/office/powerpoint/2010/main" val="3771362196"/>
              </p:ext>
            </p:extLst>
          </p:nvPr>
        </p:nvGraphicFramePr>
        <p:xfrm>
          <a:off x="1708484" y="2646947"/>
          <a:ext cx="8540015" cy="1493552"/>
        </p:xfrm>
        <a:graphic>
          <a:graphicData uri="http://schemas.openxmlformats.org/drawingml/2006/table">
            <a:tbl>
              <a:tblPr firstRow="1" bandRow="1">
                <a:tableStyleId>{5C22544A-7EE6-4342-B048-85BDC9FD1C3A}</a:tableStyleId>
              </a:tblPr>
              <a:tblGrid>
                <a:gridCol w="4033329">
                  <a:extLst>
                    <a:ext uri="{9D8B030D-6E8A-4147-A177-3AD203B41FA5}">
                      <a16:colId xmlns:a16="http://schemas.microsoft.com/office/drawing/2014/main" val="20000"/>
                    </a:ext>
                  </a:extLst>
                </a:gridCol>
                <a:gridCol w="4506686">
                  <a:extLst>
                    <a:ext uri="{9D8B030D-6E8A-4147-A177-3AD203B41FA5}">
                      <a16:colId xmlns:a16="http://schemas.microsoft.com/office/drawing/2014/main" val="20001"/>
                    </a:ext>
                  </a:extLst>
                </a:gridCol>
              </a:tblGrid>
              <a:tr h="333175">
                <a:tc>
                  <a:txBody>
                    <a:bodyPr/>
                    <a:lstStyle/>
                    <a:p>
                      <a:pPr marL="0" algn="l" defTabSz="914400" rtl="0" eaLnBrk="1" latinLnBrk="0" hangingPunct="1"/>
                      <a:r>
                        <a:rPr lang="en-IN" sz="1600" b="1" kern="1200" dirty="0">
                          <a:solidFill>
                            <a:schemeClr val="lt1"/>
                          </a:solidFill>
                          <a:latin typeface="+mn-lt"/>
                          <a:ea typeface="+mn-ea"/>
                          <a:cs typeface="+mn-cs"/>
                        </a:rPr>
                        <a:t>Conventional Computer</a:t>
                      </a:r>
                    </a:p>
                  </a:txBody>
                  <a:tcPr marL="91441" marR="91441" marT="45728" marB="45728"/>
                </a:tc>
                <a:tc>
                  <a:txBody>
                    <a:bodyPr/>
                    <a:lstStyle/>
                    <a:p>
                      <a:pPr marL="0" algn="l" defTabSz="914400" rtl="0" eaLnBrk="1" latinLnBrk="0" hangingPunct="1"/>
                      <a:r>
                        <a:rPr lang="en-IN" sz="1600" b="1" kern="1200" dirty="0">
                          <a:solidFill>
                            <a:schemeClr val="lt1"/>
                          </a:solidFill>
                          <a:latin typeface="+mn-lt"/>
                          <a:ea typeface="+mn-ea"/>
                          <a:cs typeface="+mn-cs"/>
                        </a:rPr>
                        <a:t>    Neural network</a:t>
                      </a:r>
                    </a:p>
                  </a:txBody>
                  <a:tcPr marL="91441" marR="91441" marT="45728" marB="45728"/>
                </a:tc>
                <a:extLst>
                  <a:ext uri="{0D108BD9-81ED-4DB2-BD59-A6C34878D82A}">
                    <a16:rowId xmlns:a16="http://schemas.microsoft.com/office/drawing/2014/main" val="10000"/>
                  </a:ext>
                </a:extLst>
              </a:tr>
              <a:tr h="1040602">
                <a:tc>
                  <a:txBody>
                    <a:bodyPr/>
                    <a:lstStyle/>
                    <a:p>
                      <a:r>
                        <a:rPr lang="en-IN" sz="1400" kern="1200" dirty="0">
                          <a:solidFill>
                            <a:schemeClr val="dk1"/>
                          </a:solidFill>
                          <a:latin typeface="+mn-lt"/>
                          <a:ea typeface="+mn-ea"/>
                          <a:cs typeface="+mn-cs"/>
                        </a:rPr>
                        <a:t>Computer is good at arithmetic operations, simple repetitive tasks. </a:t>
                      </a:r>
                    </a:p>
                    <a:p>
                      <a:endParaRPr lang="en-IN" sz="1400" kern="1200" dirty="0">
                        <a:solidFill>
                          <a:schemeClr val="dk1"/>
                        </a:solidFill>
                        <a:latin typeface="+mn-lt"/>
                        <a:ea typeface="+mn-ea"/>
                        <a:cs typeface="+mn-cs"/>
                      </a:endParaRPr>
                    </a:p>
                    <a:p>
                      <a:r>
                        <a:rPr lang="en-IN" sz="1400" b="1" kern="1200" dirty="0" err="1">
                          <a:solidFill>
                            <a:schemeClr val="dk1"/>
                          </a:solidFill>
                          <a:latin typeface="+mn-lt"/>
                          <a:ea typeface="+mn-ea"/>
                          <a:cs typeface="+mn-cs"/>
                        </a:rPr>
                        <a:t>Eg</a:t>
                      </a:r>
                      <a:r>
                        <a:rPr lang="en-IN" sz="1400" b="1" kern="1200" dirty="0">
                          <a:solidFill>
                            <a:schemeClr val="dk1"/>
                          </a:solidFill>
                          <a:latin typeface="+mn-lt"/>
                          <a:ea typeface="+mn-ea"/>
                          <a:cs typeface="+mn-cs"/>
                        </a:rPr>
                        <a:t>: creating graphs, games, to keep track of orders on Amazon</a:t>
                      </a:r>
                    </a:p>
                  </a:txBody>
                  <a:tcPr marL="91441" marR="91441" marT="45728" marB="45728"/>
                </a:tc>
                <a:tc>
                  <a:txBody>
                    <a:bodyPr/>
                    <a:lstStyle/>
                    <a:p>
                      <a:r>
                        <a:rPr lang="en-IN" sz="1400" kern="1200" dirty="0">
                          <a:solidFill>
                            <a:schemeClr val="dk1"/>
                          </a:solidFill>
                          <a:latin typeface="+mn-lt"/>
                          <a:ea typeface="+mn-ea"/>
                          <a:cs typeface="+mn-cs"/>
                        </a:rPr>
                        <a:t>Biological neural network is good at pattern recognition, learning complex techniques, classification problems.</a:t>
                      </a:r>
                    </a:p>
                    <a:p>
                      <a:endParaRPr lang="en-IN" sz="1400" kern="1200" dirty="0">
                        <a:solidFill>
                          <a:schemeClr val="dk1"/>
                        </a:solidFill>
                        <a:latin typeface="+mn-lt"/>
                        <a:ea typeface="+mn-ea"/>
                        <a:cs typeface="+mn-cs"/>
                      </a:endParaRPr>
                    </a:p>
                    <a:p>
                      <a:r>
                        <a:rPr lang="en-IN" sz="1400" b="1" kern="1200" dirty="0" err="1">
                          <a:solidFill>
                            <a:schemeClr val="dk1"/>
                          </a:solidFill>
                          <a:latin typeface="+mn-lt"/>
                          <a:ea typeface="+mn-ea"/>
                          <a:cs typeface="+mn-cs"/>
                        </a:rPr>
                        <a:t>Eg</a:t>
                      </a:r>
                      <a:r>
                        <a:rPr lang="en-IN" sz="1400" b="1" kern="1200" dirty="0">
                          <a:solidFill>
                            <a:schemeClr val="dk1"/>
                          </a:solidFill>
                          <a:latin typeface="+mn-lt"/>
                          <a:ea typeface="+mn-ea"/>
                          <a:cs typeface="+mn-cs"/>
                        </a:rPr>
                        <a:t>: To recognise familiar face it takes 100-200 </a:t>
                      </a:r>
                      <a:r>
                        <a:rPr lang="en-IN" sz="1400" b="1" kern="1200" dirty="0" err="1">
                          <a:solidFill>
                            <a:schemeClr val="dk1"/>
                          </a:solidFill>
                          <a:latin typeface="+mn-lt"/>
                          <a:ea typeface="+mn-ea"/>
                          <a:cs typeface="+mn-cs"/>
                        </a:rPr>
                        <a:t>ms</a:t>
                      </a:r>
                      <a:r>
                        <a:rPr lang="en-IN" sz="1400" b="1" kern="1200" dirty="0">
                          <a:solidFill>
                            <a:schemeClr val="dk1"/>
                          </a:solidFill>
                          <a:latin typeface="+mn-lt"/>
                          <a:ea typeface="+mn-ea"/>
                          <a:cs typeface="+mn-cs"/>
                        </a:rPr>
                        <a:t>.</a:t>
                      </a:r>
                    </a:p>
                  </a:txBody>
                  <a:tcPr marL="91441" marR="91441" marT="45728" marB="45728"/>
                </a:tc>
                <a:extLst>
                  <a:ext uri="{0D108BD9-81ED-4DB2-BD59-A6C34878D82A}">
                    <a16:rowId xmlns:a16="http://schemas.microsoft.com/office/drawing/2014/main" val="10001"/>
                  </a:ext>
                </a:extLst>
              </a:tr>
            </a:tbl>
          </a:graphicData>
        </a:graphic>
      </p:graphicFrame>
      <p:sp>
        <p:nvSpPr>
          <p:cNvPr id="7185" name="Slide Number Placeholder 3">
            <a:extLst>
              <a:ext uri="{FF2B5EF4-FFF2-40B4-BE49-F238E27FC236}">
                <a16:creationId xmlns:a16="http://schemas.microsoft.com/office/drawing/2014/main" id="{345CB365-38E6-4F74-9124-15497B90277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SzPct val="75000"/>
              <a:buFont typeface="Wingdings" panose="05000000000000000000" pitchFamily="2" charset="2"/>
              <a:buChar char="l"/>
              <a:defRPr kumimoji="1" sz="2800">
                <a:solidFill>
                  <a:schemeClr val="tx1"/>
                </a:solidFill>
                <a:latin typeface="Arial" panose="020B0604020202020204" pitchFamily="34" charset="0"/>
                <a:ea typeface="PMingLiU" panose="02020500000000000000" pitchFamily="18" charset="-120"/>
              </a:defRPr>
            </a:lvl1pPr>
            <a:lvl2pPr marL="742950" indent="-285750">
              <a:spcBef>
                <a:spcPct val="20000"/>
              </a:spcBef>
              <a:buClr>
                <a:schemeClr val="tx1"/>
              </a:buClr>
              <a:buSzPct val="75000"/>
              <a:buChar char="–"/>
              <a:defRPr kumimoji="1" sz="2400">
                <a:solidFill>
                  <a:schemeClr val="tx1"/>
                </a:solidFill>
                <a:latin typeface="Arial" panose="020B0604020202020204" pitchFamily="34" charset="0"/>
                <a:ea typeface="PMingLiU" panose="02020500000000000000" pitchFamily="18" charset="-120"/>
              </a:defRPr>
            </a:lvl2pPr>
            <a:lvl3pPr marL="1143000" indent="-228600">
              <a:spcBef>
                <a:spcPct val="20000"/>
              </a:spcBef>
              <a:buClr>
                <a:schemeClr val="tx1"/>
              </a:buClr>
              <a:buSzPct val="75000"/>
              <a:buFont typeface="Wingdings" panose="05000000000000000000" pitchFamily="2" charset="2"/>
              <a:buChar char="l"/>
              <a:defRPr kumimoji="1" sz="2000">
                <a:solidFill>
                  <a:schemeClr val="tx1"/>
                </a:solidFill>
                <a:latin typeface="Arial" panose="020B0604020202020204" pitchFamily="34" charset="0"/>
                <a:ea typeface="PMingLiU" panose="02020500000000000000" pitchFamily="18" charset="-120"/>
              </a:defRPr>
            </a:lvl3pPr>
            <a:lvl4pPr marL="1600200" indent="-228600">
              <a:spcBef>
                <a:spcPct val="20000"/>
              </a:spcBef>
              <a:buClr>
                <a:schemeClr val="tx1"/>
              </a:buClr>
              <a:buSzPct val="80000"/>
              <a:buChar char="–"/>
              <a:defRPr kumimoji="1">
                <a:solidFill>
                  <a:schemeClr val="tx1"/>
                </a:solidFill>
                <a:latin typeface="Arial" panose="020B0604020202020204" pitchFamily="34" charset="0"/>
                <a:ea typeface="PMingLiU" panose="02020500000000000000" pitchFamily="18" charset="-120"/>
              </a:defRPr>
            </a:lvl4pPr>
            <a:lvl5pPr marL="2057400" indent="-228600">
              <a:spcBef>
                <a:spcPct val="20000"/>
              </a:spcBef>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9pPr>
          </a:lstStyle>
          <a:p>
            <a:pPr fontAlgn="base">
              <a:spcBef>
                <a:spcPct val="0"/>
              </a:spcBef>
              <a:spcAft>
                <a:spcPct val="0"/>
              </a:spcAft>
              <a:buClrTx/>
              <a:buSzTx/>
              <a:buNone/>
            </a:pPr>
            <a:fld id="{BB7F82F8-0800-4429-8AB1-47848F5BD068}" type="slidenum">
              <a:rPr kumimoji="0" lang="en-US" altLang="zh-TW" sz="2600">
                <a:solidFill>
                  <a:srgbClr val="FFFFFF"/>
                </a:solidFill>
              </a:rPr>
              <a:pPr fontAlgn="base">
                <a:spcBef>
                  <a:spcPct val="0"/>
                </a:spcBef>
                <a:spcAft>
                  <a:spcPct val="0"/>
                </a:spcAft>
                <a:buClrTx/>
                <a:buSzTx/>
                <a:buNone/>
              </a:pPr>
              <a:t>4</a:t>
            </a:fld>
            <a:endParaRPr kumimoji="0" lang="en-US" altLang="zh-TW" sz="2600">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F8643-9D51-4261-B54C-84D49D43D1C0}"/>
              </a:ext>
            </a:extLst>
          </p:cNvPr>
          <p:cNvSpPr>
            <a:spLocks noGrp="1"/>
          </p:cNvSpPr>
          <p:nvPr>
            <p:ph type="title"/>
          </p:nvPr>
        </p:nvSpPr>
        <p:spPr/>
        <p:txBody>
          <a:bodyPr/>
          <a:lstStyle/>
          <a:p>
            <a:r>
              <a:rPr kumimoji="1" lang="en-IN" altLang="en-US"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Comparison between Conventional computer and Human brain</a:t>
            </a:r>
            <a:endParaRPr lang="en-IN" dirty="0"/>
          </a:p>
        </p:txBody>
      </p:sp>
      <p:sp>
        <p:nvSpPr>
          <p:cNvPr id="4" name="Slide Number Placeholder 3">
            <a:extLst>
              <a:ext uri="{FF2B5EF4-FFF2-40B4-BE49-F238E27FC236}">
                <a16:creationId xmlns:a16="http://schemas.microsoft.com/office/drawing/2014/main" id="{CC9839EB-FC41-4347-9577-59830DD6A8FC}"/>
              </a:ext>
            </a:extLst>
          </p:cNvPr>
          <p:cNvSpPr>
            <a:spLocks noGrp="1"/>
          </p:cNvSpPr>
          <p:nvPr>
            <p:ph type="sldNum" sz="quarter" idx="12"/>
          </p:nvPr>
        </p:nvSpPr>
        <p:spPr/>
        <p:txBody>
          <a:bodyPr/>
          <a:lstStyle/>
          <a:p>
            <a:pPr>
              <a:defRPr/>
            </a:pPr>
            <a:fld id="{9AD681D7-8A59-4380-9311-10B86FF921AA}" type="slidenum">
              <a:rPr lang="en-US" altLang="zh-TW" smtClean="0"/>
              <a:pPr>
                <a:defRPr/>
              </a:pPr>
              <a:t>5</a:t>
            </a:fld>
            <a:endParaRPr lang="en-US" altLang="zh-TW"/>
          </a:p>
        </p:txBody>
      </p:sp>
      <p:graphicFrame>
        <p:nvGraphicFramePr>
          <p:cNvPr id="5" name="Table 9">
            <a:extLst>
              <a:ext uri="{FF2B5EF4-FFF2-40B4-BE49-F238E27FC236}">
                <a16:creationId xmlns:a16="http://schemas.microsoft.com/office/drawing/2014/main" id="{0D0B9FE0-D742-4161-96BE-57600D5DD9E8}"/>
              </a:ext>
            </a:extLst>
          </p:cNvPr>
          <p:cNvGraphicFramePr>
            <a:graphicFrameLocks noGrp="1"/>
          </p:cNvGraphicFramePr>
          <p:nvPr>
            <p:ph idx="1"/>
            <p:extLst>
              <p:ext uri="{D42A27DB-BD31-4B8C-83A1-F6EECF244321}">
                <p14:modId xmlns:p14="http://schemas.microsoft.com/office/powerpoint/2010/main" val="3513347848"/>
              </p:ext>
            </p:extLst>
          </p:nvPr>
        </p:nvGraphicFramePr>
        <p:xfrm>
          <a:off x="1132725" y="2675019"/>
          <a:ext cx="10730411" cy="2907634"/>
        </p:xfrm>
        <a:graphic>
          <a:graphicData uri="http://schemas.openxmlformats.org/drawingml/2006/table">
            <a:tbl>
              <a:tblPr firstRow="1" bandRow="1">
                <a:tableStyleId>{5C22544A-7EE6-4342-B048-85BDC9FD1C3A}</a:tableStyleId>
              </a:tblPr>
              <a:tblGrid>
                <a:gridCol w="1090023">
                  <a:extLst>
                    <a:ext uri="{9D8B030D-6E8A-4147-A177-3AD203B41FA5}">
                      <a16:colId xmlns:a16="http://schemas.microsoft.com/office/drawing/2014/main" val="2057902799"/>
                    </a:ext>
                  </a:extLst>
                </a:gridCol>
                <a:gridCol w="1353714">
                  <a:extLst>
                    <a:ext uri="{9D8B030D-6E8A-4147-A177-3AD203B41FA5}">
                      <a16:colId xmlns:a16="http://schemas.microsoft.com/office/drawing/2014/main" val="4057602840"/>
                    </a:ext>
                  </a:extLst>
                </a:gridCol>
                <a:gridCol w="958412">
                  <a:extLst>
                    <a:ext uri="{9D8B030D-6E8A-4147-A177-3AD203B41FA5}">
                      <a16:colId xmlns:a16="http://schemas.microsoft.com/office/drawing/2014/main" val="1392572708"/>
                    </a:ext>
                  </a:extLst>
                </a:gridCol>
                <a:gridCol w="914400">
                  <a:extLst>
                    <a:ext uri="{9D8B030D-6E8A-4147-A177-3AD203B41FA5}">
                      <a16:colId xmlns:a16="http://schemas.microsoft.com/office/drawing/2014/main" val="3827971892"/>
                    </a:ext>
                  </a:extLst>
                </a:gridCol>
                <a:gridCol w="1384663">
                  <a:extLst>
                    <a:ext uri="{9D8B030D-6E8A-4147-A177-3AD203B41FA5}">
                      <a16:colId xmlns:a16="http://schemas.microsoft.com/office/drawing/2014/main" val="2741166668"/>
                    </a:ext>
                  </a:extLst>
                </a:gridCol>
                <a:gridCol w="1698171">
                  <a:extLst>
                    <a:ext uri="{9D8B030D-6E8A-4147-A177-3AD203B41FA5}">
                      <a16:colId xmlns:a16="http://schemas.microsoft.com/office/drawing/2014/main" val="293960870"/>
                    </a:ext>
                  </a:extLst>
                </a:gridCol>
                <a:gridCol w="1058091">
                  <a:extLst>
                    <a:ext uri="{9D8B030D-6E8A-4147-A177-3AD203B41FA5}">
                      <a16:colId xmlns:a16="http://schemas.microsoft.com/office/drawing/2014/main" val="3292856832"/>
                    </a:ext>
                  </a:extLst>
                </a:gridCol>
                <a:gridCol w="862149">
                  <a:extLst>
                    <a:ext uri="{9D8B030D-6E8A-4147-A177-3AD203B41FA5}">
                      <a16:colId xmlns:a16="http://schemas.microsoft.com/office/drawing/2014/main" val="4023914489"/>
                    </a:ext>
                  </a:extLst>
                </a:gridCol>
                <a:gridCol w="1410788">
                  <a:extLst>
                    <a:ext uri="{9D8B030D-6E8A-4147-A177-3AD203B41FA5}">
                      <a16:colId xmlns:a16="http://schemas.microsoft.com/office/drawing/2014/main" val="3588887385"/>
                    </a:ext>
                  </a:extLst>
                </a:gridCol>
              </a:tblGrid>
              <a:tr h="862265">
                <a:tc>
                  <a:txBody>
                    <a:bodyPr/>
                    <a:lstStyle/>
                    <a:p>
                      <a:endParaRPr lang="en-IN" dirty="0"/>
                    </a:p>
                  </a:txBody>
                  <a:tcPr/>
                </a:tc>
                <a:tc>
                  <a:txBody>
                    <a:bodyPr/>
                    <a:lstStyle>
                      <a:lvl1pPr>
                        <a:spcBef>
                          <a:spcPct val="20000"/>
                        </a:spcBef>
                        <a:buClr>
                          <a:schemeClr val="accent2"/>
                        </a:buClr>
                        <a:buSzPct val="80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1"/>
                        </a:buClr>
                        <a:buSzPct val="90000"/>
                        <a:defRPr sz="2400">
                          <a:solidFill>
                            <a:schemeClr val="tx1"/>
                          </a:solidFill>
                          <a:latin typeface="Arial" panose="020B0604020202020204" pitchFamily="34" charset="0"/>
                        </a:defRPr>
                      </a:lvl2pPr>
                      <a:lvl3pPr>
                        <a:spcBef>
                          <a:spcPct val="20000"/>
                        </a:spcBef>
                        <a:buClr>
                          <a:schemeClr val="accent1"/>
                        </a:buClr>
                        <a:buSzPct val="60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tx1"/>
                        </a:buClr>
                        <a:defRPr>
                          <a:solidFill>
                            <a:schemeClr val="tx1"/>
                          </a:solidFill>
                          <a:latin typeface="Arial" panose="020B0604020202020204" pitchFamily="34" charset="0"/>
                        </a:defRPr>
                      </a:lvl4pPr>
                      <a:lvl5pPr>
                        <a:spcBef>
                          <a:spcPct val="20000"/>
                        </a:spcBef>
                        <a:buClr>
                          <a:schemeClr val="accent1"/>
                        </a:buClr>
                        <a:defRPr>
                          <a:solidFill>
                            <a:schemeClr val="tx1"/>
                          </a:solidFill>
                          <a:latin typeface="Arial" panose="020B0604020202020204" pitchFamily="34" charset="0"/>
                        </a:defRPr>
                      </a:lvl5pPr>
                      <a:lvl6pPr fontAlgn="base">
                        <a:spcBef>
                          <a:spcPct val="20000"/>
                        </a:spcBef>
                        <a:spcAft>
                          <a:spcPct val="0"/>
                        </a:spcAft>
                        <a:buClr>
                          <a:schemeClr val="accent1"/>
                        </a:buClr>
                        <a:defRPr>
                          <a:solidFill>
                            <a:schemeClr val="tx1"/>
                          </a:solidFill>
                          <a:latin typeface="Arial" panose="020B0604020202020204" pitchFamily="34" charset="0"/>
                        </a:defRPr>
                      </a:lvl6pPr>
                      <a:lvl7pPr fontAlgn="base">
                        <a:spcBef>
                          <a:spcPct val="20000"/>
                        </a:spcBef>
                        <a:spcAft>
                          <a:spcPct val="0"/>
                        </a:spcAft>
                        <a:buClr>
                          <a:schemeClr val="accent1"/>
                        </a:buClr>
                        <a:defRPr>
                          <a:solidFill>
                            <a:schemeClr val="tx1"/>
                          </a:solidFill>
                          <a:latin typeface="Arial" panose="020B0604020202020204" pitchFamily="34" charset="0"/>
                        </a:defRPr>
                      </a:lvl7pPr>
                      <a:lvl8pPr fontAlgn="base">
                        <a:spcBef>
                          <a:spcPct val="20000"/>
                        </a:spcBef>
                        <a:spcAft>
                          <a:spcPct val="0"/>
                        </a:spcAft>
                        <a:buClr>
                          <a:schemeClr val="accent1"/>
                        </a:buClr>
                        <a:defRPr>
                          <a:solidFill>
                            <a:schemeClr val="tx1"/>
                          </a:solidFill>
                          <a:latin typeface="Arial" panose="020B0604020202020204" pitchFamily="34" charset="0"/>
                        </a:defRPr>
                      </a:lvl8pPr>
                      <a:lvl9pPr fontAlgn="base">
                        <a:spcBef>
                          <a:spcPct val="20000"/>
                        </a:spcBef>
                        <a:spcAft>
                          <a:spcPct val="0"/>
                        </a:spcAft>
                        <a:buClr>
                          <a:schemeClr val="accent1"/>
                        </a:buCl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processing elements</a:t>
                      </a:r>
                      <a:endParaRPr kumimoji="0" lang="en-US" altLang="en-US" sz="1600" b="0" i="0" u="none" strike="noStrike" cap="none" normalizeH="0" baseline="0" dirty="0">
                        <a:ln>
                          <a:noFill/>
                        </a:ln>
                        <a:solidFill>
                          <a:schemeClr val="tx1"/>
                        </a:solidFill>
                        <a:effectLst/>
                        <a:latin typeface="Arial" panose="020B0604020202020204" pitchFamily="34" charset="0"/>
                      </a:endParaRPr>
                    </a:p>
                  </a:txBody>
                  <a:tcPr anchor="ctr" horzOverflow="overflow"/>
                </a:tc>
                <a:tc>
                  <a:txBody>
                    <a:bodyPr/>
                    <a:lstStyle>
                      <a:lvl1pPr>
                        <a:spcBef>
                          <a:spcPct val="20000"/>
                        </a:spcBef>
                        <a:buClr>
                          <a:schemeClr val="accent2"/>
                        </a:buClr>
                        <a:buSzPct val="80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1"/>
                        </a:buClr>
                        <a:buSzPct val="90000"/>
                        <a:defRPr sz="2400">
                          <a:solidFill>
                            <a:schemeClr val="tx1"/>
                          </a:solidFill>
                          <a:latin typeface="Arial" panose="020B0604020202020204" pitchFamily="34" charset="0"/>
                        </a:defRPr>
                      </a:lvl2pPr>
                      <a:lvl3pPr>
                        <a:spcBef>
                          <a:spcPct val="20000"/>
                        </a:spcBef>
                        <a:buClr>
                          <a:schemeClr val="accent1"/>
                        </a:buClr>
                        <a:buSzPct val="60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tx1"/>
                        </a:buClr>
                        <a:defRPr>
                          <a:solidFill>
                            <a:schemeClr val="tx1"/>
                          </a:solidFill>
                          <a:latin typeface="Arial" panose="020B0604020202020204" pitchFamily="34" charset="0"/>
                        </a:defRPr>
                      </a:lvl4pPr>
                      <a:lvl5pPr>
                        <a:spcBef>
                          <a:spcPct val="20000"/>
                        </a:spcBef>
                        <a:buClr>
                          <a:schemeClr val="accent1"/>
                        </a:buClr>
                        <a:defRPr>
                          <a:solidFill>
                            <a:schemeClr val="tx1"/>
                          </a:solidFill>
                          <a:latin typeface="Arial" panose="020B0604020202020204" pitchFamily="34" charset="0"/>
                        </a:defRPr>
                      </a:lvl5pPr>
                      <a:lvl6pPr fontAlgn="base">
                        <a:spcBef>
                          <a:spcPct val="20000"/>
                        </a:spcBef>
                        <a:spcAft>
                          <a:spcPct val="0"/>
                        </a:spcAft>
                        <a:buClr>
                          <a:schemeClr val="accent1"/>
                        </a:buClr>
                        <a:defRPr>
                          <a:solidFill>
                            <a:schemeClr val="tx1"/>
                          </a:solidFill>
                          <a:latin typeface="Arial" panose="020B0604020202020204" pitchFamily="34" charset="0"/>
                        </a:defRPr>
                      </a:lvl6pPr>
                      <a:lvl7pPr fontAlgn="base">
                        <a:spcBef>
                          <a:spcPct val="20000"/>
                        </a:spcBef>
                        <a:spcAft>
                          <a:spcPct val="0"/>
                        </a:spcAft>
                        <a:buClr>
                          <a:schemeClr val="accent1"/>
                        </a:buClr>
                        <a:defRPr>
                          <a:solidFill>
                            <a:schemeClr val="tx1"/>
                          </a:solidFill>
                          <a:latin typeface="Arial" panose="020B0604020202020204" pitchFamily="34" charset="0"/>
                        </a:defRPr>
                      </a:lvl7pPr>
                      <a:lvl8pPr fontAlgn="base">
                        <a:spcBef>
                          <a:spcPct val="20000"/>
                        </a:spcBef>
                        <a:spcAft>
                          <a:spcPct val="0"/>
                        </a:spcAft>
                        <a:buClr>
                          <a:schemeClr val="accent1"/>
                        </a:buClr>
                        <a:defRPr>
                          <a:solidFill>
                            <a:schemeClr val="tx1"/>
                          </a:solidFill>
                          <a:latin typeface="Arial" panose="020B0604020202020204" pitchFamily="34" charset="0"/>
                        </a:defRPr>
                      </a:lvl8pPr>
                      <a:lvl9pPr fontAlgn="base">
                        <a:spcBef>
                          <a:spcPct val="20000"/>
                        </a:spcBef>
                        <a:spcAft>
                          <a:spcPct val="0"/>
                        </a:spcAft>
                        <a:buClr>
                          <a:schemeClr val="accent1"/>
                        </a:buCl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element size</a:t>
                      </a:r>
                      <a:endParaRPr kumimoji="0" lang="en-US" altLang="en-US" sz="1600" b="0" i="0" u="none" strike="noStrike" cap="none" normalizeH="0" baseline="0" dirty="0">
                        <a:ln>
                          <a:noFill/>
                        </a:ln>
                        <a:solidFill>
                          <a:schemeClr val="tx1"/>
                        </a:solidFill>
                        <a:effectLst/>
                        <a:latin typeface="Arial" panose="020B0604020202020204" pitchFamily="34" charset="0"/>
                      </a:endParaRPr>
                    </a:p>
                  </a:txBody>
                  <a:tcPr anchor="ctr" horzOverflow="overflow"/>
                </a:tc>
                <a:tc>
                  <a:txBody>
                    <a:bodyPr/>
                    <a:lstStyle>
                      <a:lvl1pPr>
                        <a:spcBef>
                          <a:spcPct val="20000"/>
                        </a:spcBef>
                        <a:buClr>
                          <a:schemeClr val="accent2"/>
                        </a:buClr>
                        <a:buSzPct val="80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1"/>
                        </a:buClr>
                        <a:buSzPct val="90000"/>
                        <a:defRPr sz="2400">
                          <a:solidFill>
                            <a:schemeClr val="tx1"/>
                          </a:solidFill>
                          <a:latin typeface="Arial" panose="020B0604020202020204" pitchFamily="34" charset="0"/>
                        </a:defRPr>
                      </a:lvl2pPr>
                      <a:lvl3pPr>
                        <a:spcBef>
                          <a:spcPct val="20000"/>
                        </a:spcBef>
                        <a:buClr>
                          <a:schemeClr val="accent1"/>
                        </a:buClr>
                        <a:buSzPct val="60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tx1"/>
                        </a:buClr>
                        <a:defRPr>
                          <a:solidFill>
                            <a:schemeClr val="tx1"/>
                          </a:solidFill>
                          <a:latin typeface="Arial" panose="020B0604020202020204" pitchFamily="34" charset="0"/>
                        </a:defRPr>
                      </a:lvl4pPr>
                      <a:lvl5pPr>
                        <a:spcBef>
                          <a:spcPct val="20000"/>
                        </a:spcBef>
                        <a:buClr>
                          <a:schemeClr val="accent1"/>
                        </a:buClr>
                        <a:defRPr>
                          <a:solidFill>
                            <a:schemeClr val="tx1"/>
                          </a:solidFill>
                          <a:latin typeface="Arial" panose="020B0604020202020204" pitchFamily="34" charset="0"/>
                        </a:defRPr>
                      </a:lvl5pPr>
                      <a:lvl6pPr fontAlgn="base">
                        <a:spcBef>
                          <a:spcPct val="20000"/>
                        </a:spcBef>
                        <a:spcAft>
                          <a:spcPct val="0"/>
                        </a:spcAft>
                        <a:buClr>
                          <a:schemeClr val="accent1"/>
                        </a:buClr>
                        <a:defRPr>
                          <a:solidFill>
                            <a:schemeClr val="tx1"/>
                          </a:solidFill>
                          <a:latin typeface="Arial" panose="020B0604020202020204" pitchFamily="34" charset="0"/>
                        </a:defRPr>
                      </a:lvl6pPr>
                      <a:lvl7pPr fontAlgn="base">
                        <a:spcBef>
                          <a:spcPct val="20000"/>
                        </a:spcBef>
                        <a:spcAft>
                          <a:spcPct val="0"/>
                        </a:spcAft>
                        <a:buClr>
                          <a:schemeClr val="accent1"/>
                        </a:buClr>
                        <a:defRPr>
                          <a:solidFill>
                            <a:schemeClr val="tx1"/>
                          </a:solidFill>
                          <a:latin typeface="Arial" panose="020B0604020202020204" pitchFamily="34" charset="0"/>
                        </a:defRPr>
                      </a:lvl7pPr>
                      <a:lvl8pPr fontAlgn="base">
                        <a:spcBef>
                          <a:spcPct val="20000"/>
                        </a:spcBef>
                        <a:spcAft>
                          <a:spcPct val="0"/>
                        </a:spcAft>
                        <a:buClr>
                          <a:schemeClr val="accent1"/>
                        </a:buClr>
                        <a:defRPr>
                          <a:solidFill>
                            <a:schemeClr val="tx1"/>
                          </a:solidFill>
                          <a:latin typeface="Arial" panose="020B0604020202020204" pitchFamily="34" charset="0"/>
                        </a:defRPr>
                      </a:lvl8pPr>
                      <a:lvl9pPr fontAlgn="base">
                        <a:spcBef>
                          <a:spcPct val="20000"/>
                        </a:spcBef>
                        <a:spcAft>
                          <a:spcPct val="0"/>
                        </a:spcAft>
                        <a:buClr>
                          <a:schemeClr val="accent1"/>
                        </a:buCl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energy use</a:t>
                      </a:r>
                      <a:endParaRPr kumimoji="0" lang="en-US" altLang="en-US" sz="1600" b="0" i="0" u="none" strike="noStrike" cap="none" normalizeH="0" baseline="0" dirty="0">
                        <a:ln>
                          <a:noFill/>
                        </a:ln>
                        <a:solidFill>
                          <a:schemeClr val="tx1"/>
                        </a:solidFill>
                        <a:effectLst/>
                        <a:latin typeface="Arial" panose="020B0604020202020204" pitchFamily="34" charset="0"/>
                      </a:endParaRPr>
                    </a:p>
                  </a:txBody>
                  <a:tcPr anchor="ctr" horzOverflow="overflow"/>
                </a:tc>
                <a:tc>
                  <a:txBody>
                    <a:bodyPr/>
                    <a:lstStyle>
                      <a:lvl1pPr>
                        <a:spcBef>
                          <a:spcPct val="20000"/>
                        </a:spcBef>
                        <a:buClr>
                          <a:schemeClr val="accent2"/>
                        </a:buClr>
                        <a:buSzPct val="80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1"/>
                        </a:buClr>
                        <a:buSzPct val="90000"/>
                        <a:defRPr sz="2400">
                          <a:solidFill>
                            <a:schemeClr val="tx1"/>
                          </a:solidFill>
                          <a:latin typeface="Arial" panose="020B0604020202020204" pitchFamily="34" charset="0"/>
                        </a:defRPr>
                      </a:lvl2pPr>
                      <a:lvl3pPr>
                        <a:spcBef>
                          <a:spcPct val="20000"/>
                        </a:spcBef>
                        <a:buClr>
                          <a:schemeClr val="accent1"/>
                        </a:buClr>
                        <a:buSzPct val="60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tx1"/>
                        </a:buClr>
                        <a:defRPr>
                          <a:solidFill>
                            <a:schemeClr val="tx1"/>
                          </a:solidFill>
                          <a:latin typeface="Arial" panose="020B0604020202020204" pitchFamily="34" charset="0"/>
                        </a:defRPr>
                      </a:lvl4pPr>
                      <a:lvl5pPr>
                        <a:spcBef>
                          <a:spcPct val="20000"/>
                        </a:spcBef>
                        <a:buClr>
                          <a:schemeClr val="accent1"/>
                        </a:buClr>
                        <a:defRPr>
                          <a:solidFill>
                            <a:schemeClr val="tx1"/>
                          </a:solidFill>
                          <a:latin typeface="Arial" panose="020B0604020202020204" pitchFamily="34" charset="0"/>
                        </a:defRPr>
                      </a:lvl5pPr>
                      <a:lvl6pPr fontAlgn="base">
                        <a:spcBef>
                          <a:spcPct val="20000"/>
                        </a:spcBef>
                        <a:spcAft>
                          <a:spcPct val="0"/>
                        </a:spcAft>
                        <a:buClr>
                          <a:schemeClr val="accent1"/>
                        </a:buClr>
                        <a:defRPr>
                          <a:solidFill>
                            <a:schemeClr val="tx1"/>
                          </a:solidFill>
                          <a:latin typeface="Arial" panose="020B0604020202020204" pitchFamily="34" charset="0"/>
                        </a:defRPr>
                      </a:lvl6pPr>
                      <a:lvl7pPr fontAlgn="base">
                        <a:spcBef>
                          <a:spcPct val="20000"/>
                        </a:spcBef>
                        <a:spcAft>
                          <a:spcPct val="0"/>
                        </a:spcAft>
                        <a:buClr>
                          <a:schemeClr val="accent1"/>
                        </a:buClr>
                        <a:defRPr>
                          <a:solidFill>
                            <a:schemeClr val="tx1"/>
                          </a:solidFill>
                          <a:latin typeface="Arial" panose="020B0604020202020204" pitchFamily="34" charset="0"/>
                        </a:defRPr>
                      </a:lvl7pPr>
                      <a:lvl8pPr fontAlgn="base">
                        <a:spcBef>
                          <a:spcPct val="20000"/>
                        </a:spcBef>
                        <a:spcAft>
                          <a:spcPct val="0"/>
                        </a:spcAft>
                        <a:buClr>
                          <a:schemeClr val="accent1"/>
                        </a:buClr>
                        <a:defRPr>
                          <a:solidFill>
                            <a:schemeClr val="tx1"/>
                          </a:solidFill>
                          <a:latin typeface="Arial" panose="020B0604020202020204" pitchFamily="34" charset="0"/>
                        </a:defRPr>
                      </a:lvl8pPr>
                      <a:lvl9pPr fontAlgn="base">
                        <a:spcBef>
                          <a:spcPct val="20000"/>
                        </a:spcBef>
                        <a:spcAft>
                          <a:spcPct val="0"/>
                        </a:spcAft>
                        <a:buClr>
                          <a:schemeClr val="accent1"/>
                        </a:buCl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processing speed</a:t>
                      </a:r>
                      <a:endParaRPr kumimoji="0" lang="en-US" altLang="en-US" sz="1600" b="0" i="0" u="none" strike="noStrike" cap="none" normalizeH="0" baseline="0" dirty="0">
                        <a:ln>
                          <a:noFill/>
                        </a:ln>
                        <a:solidFill>
                          <a:schemeClr val="tx1"/>
                        </a:solidFill>
                        <a:effectLst/>
                        <a:latin typeface="Arial" panose="020B0604020202020204" pitchFamily="34" charset="0"/>
                      </a:endParaRPr>
                    </a:p>
                  </a:txBody>
                  <a:tcPr anchor="ctr" horzOverflow="overflow"/>
                </a:tc>
                <a:tc>
                  <a:txBody>
                    <a:bodyPr/>
                    <a:lstStyle>
                      <a:lvl1pPr>
                        <a:spcBef>
                          <a:spcPct val="20000"/>
                        </a:spcBef>
                        <a:buClr>
                          <a:schemeClr val="accent2"/>
                        </a:buClr>
                        <a:buSzPct val="80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1"/>
                        </a:buClr>
                        <a:buSzPct val="90000"/>
                        <a:defRPr sz="2400">
                          <a:solidFill>
                            <a:schemeClr val="tx1"/>
                          </a:solidFill>
                          <a:latin typeface="Arial" panose="020B0604020202020204" pitchFamily="34" charset="0"/>
                        </a:defRPr>
                      </a:lvl2pPr>
                      <a:lvl3pPr>
                        <a:spcBef>
                          <a:spcPct val="20000"/>
                        </a:spcBef>
                        <a:buClr>
                          <a:schemeClr val="accent1"/>
                        </a:buClr>
                        <a:buSzPct val="60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tx1"/>
                        </a:buClr>
                        <a:defRPr>
                          <a:solidFill>
                            <a:schemeClr val="tx1"/>
                          </a:solidFill>
                          <a:latin typeface="Arial" panose="020B0604020202020204" pitchFamily="34" charset="0"/>
                        </a:defRPr>
                      </a:lvl4pPr>
                      <a:lvl5pPr>
                        <a:spcBef>
                          <a:spcPct val="20000"/>
                        </a:spcBef>
                        <a:buClr>
                          <a:schemeClr val="accent1"/>
                        </a:buClr>
                        <a:defRPr>
                          <a:solidFill>
                            <a:schemeClr val="tx1"/>
                          </a:solidFill>
                          <a:latin typeface="Arial" panose="020B0604020202020204" pitchFamily="34" charset="0"/>
                        </a:defRPr>
                      </a:lvl5pPr>
                      <a:lvl6pPr fontAlgn="base">
                        <a:spcBef>
                          <a:spcPct val="20000"/>
                        </a:spcBef>
                        <a:spcAft>
                          <a:spcPct val="0"/>
                        </a:spcAft>
                        <a:buClr>
                          <a:schemeClr val="accent1"/>
                        </a:buClr>
                        <a:defRPr>
                          <a:solidFill>
                            <a:schemeClr val="tx1"/>
                          </a:solidFill>
                          <a:latin typeface="Arial" panose="020B0604020202020204" pitchFamily="34" charset="0"/>
                        </a:defRPr>
                      </a:lvl6pPr>
                      <a:lvl7pPr fontAlgn="base">
                        <a:spcBef>
                          <a:spcPct val="20000"/>
                        </a:spcBef>
                        <a:spcAft>
                          <a:spcPct val="0"/>
                        </a:spcAft>
                        <a:buClr>
                          <a:schemeClr val="accent1"/>
                        </a:buClr>
                        <a:defRPr>
                          <a:solidFill>
                            <a:schemeClr val="tx1"/>
                          </a:solidFill>
                          <a:latin typeface="Arial" panose="020B0604020202020204" pitchFamily="34" charset="0"/>
                        </a:defRPr>
                      </a:lvl7pPr>
                      <a:lvl8pPr fontAlgn="base">
                        <a:spcBef>
                          <a:spcPct val="20000"/>
                        </a:spcBef>
                        <a:spcAft>
                          <a:spcPct val="0"/>
                        </a:spcAft>
                        <a:buClr>
                          <a:schemeClr val="accent1"/>
                        </a:buClr>
                        <a:defRPr>
                          <a:solidFill>
                            <a:schemeClr val="tx1"/>
                          </a:solidFill>
                          <a:latin typeface="Arial" panose="020B0604020202020204" pitchFamily="34" charset="0"/>
                        </a:defRPr>
                      </a:lvl8pPr>
                      <a:lvl9pPr fontAlgn="base">
                        <a:spcBef>
                          <a:spcPct val="20000"/>
                        </a:spcBef>
                        <a:spcAft>
                          <a:spcPct val="0"/>
                        </a:spcAft>
                        <a:buClr>
                          <a:schemeClr val="accent1"/>
                        </a:buCl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style of computation</a:t>
                      </a:r>
                      <a:endParaRPr kumimoji="0" lang="en-US" altLang="en-US" sz="1600" b="0" i="0" u="none" strike="noStrike" cap="none" normalizeH="0" baseline="0" dirty="0">
                        <a:ln>
                          <a:noFill/>
                        </a:ln>
                        <a:solidFill>
                          <a:schemeClr val="tx1"/>
                        </a:solidFill>
                        <a:effectLst/>
                        <a:latin typeface="Arial" panose="020B0604020202020204" pitchFamily="34" charset="0"/>
                      </a:endParaRPr>
                    </a:p>
                  </a:txBody>
                  <a:tcPr anchor="ctr" horzOverflow="overflow"/>
                </a:tc>
                <a:tc>
                  <a:txBody>
                    <a:bodyPr/>
                    <a:lstStyle>
                      <a:lvl1pPr>
                        <a:spcBef>
                          <a:spcPct val="20000"/>
                        </a:spcBef>
                        <a:buClr>
                          <a:schemeClr val="accent2"/>
                        </a:buClr>
                        <a:buSzPct val="80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1"/>
                        </a:buClr>
                        <a:buSzPct val="90000"/>
                        <a:defRPr sz="2400">
                          <a:solidFill>
                            <a:schemeClr val="tx1"/>
                          </a:solidFill>
                          <a:latin typeface="Arial" panose="020B0604020202020204" pitchFamily="34" charset="0"/>
                        </a:defRPr>
                      </a:lvl2pPr>
                      <a:lvl3pPr>
                        <a:spcBef>
                          <a:spcPct val="20000"/>
                        </a:spcBef>
                        <a:buClr>
                          <a:schemeClr val="accent1"/>
                        </a:buClr>
                        <a:buSzPct val="60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tx1"/>
                        </a:buClr>
                        <a:defRPr>
                          <a:solidFill>
                            <a:schemeClr val="tx1"/>
                          </a:solidFill>
                          <a:latin typeface="Arial" panose="020B0604020202020204" pitchFamily="34" charset="0"/>
                        </a:defRPr>
                      </a:lvl4pPr>
                      <a:lvl5pPr>
                        <a:spcBef>
                          <a:spcPct val="20000"/>
                        </a:spcBef>
                        <a:buClr>
                          <a:schemeClr val="accent1"/>
                        </a:buClr>
                        <a:defRPr>
                          <a:solidFill>
                            <a:schemeClr val="tx1"/>
                          </a:solidFill>
                          <a:latin typeface="Arial" panose="020B0604020202020204" pitchFamily="34" charset="0"/>
                        </a:defRPr>
                      </a:lvl5pPr>
                      <a:lvl6pPr fontAlgn="base">
                        <a:spcBef>
                          <a:spcPct val="20000"/>
                        </a:spcBef>
                        <a:spcAft>
                          <a:spcPct val="0"/>
                        </a:spcAft>
                        <a:buClr>
                          <a:schemeClr val="accent1"/>
                        </a:buClr>
                        <a:defRPr>
                          <a:solidFill>
                            <a:schemeClr val="tx1"/>
                          </a:solidFill>
                          <a:latin typeface="Arial" panose="020B0604020202020204" pitchFamily="34" charset="0"/>
                        </a:defRPr>
                      </a:lvl6pPr>
                      <a:lvl7pPr fontAlgn="base">
                        <a:spcBef>
                          <a:spcPct val="20000"/>
                        </a:spcBef>
                        <a:spcAft>
                          <a:spcPct val="0"/>
                        </a:spcAft>
                        <a:buClr>
                          <a:schemeClr val="accent1"/>
                        </a:buClr>
                        <a:defRPr>
                          <a:solidFill>
                            <a:schemeClr val="tx1"/>
                          </a:solidFill>
                          <a:latin typeface="Arial" panose="020B0604020202020204" pitchFamily="34" charset="0"/>
                        </a:defRPr>
                      </a:lvl7pPr>
                      <a:lvl8pPr fontAlgn="base">
                        <a:spcBef>
                          <a:spcPct val="20000"/>
                        </a:spcBef>
                        <a:spcAft>
                          <a:spcPct val="0"/>
                        </a:spcAft>
                        <a:buClr>
                          <a:schemeClr val="accent1"/>
                        </a:buClr>
                        <a:defRPr>
                          <a:solidFill>
                            <a:schemeClr val="tx1"/>
                          </a:solidFill>
                          <a:latin typeface="Arial" panose="020B0604020202020204" pitchFamily="34" charset="0"/>
                        </a:defRPr>
                      </a:lvl8pPr>
                      <a:lvl9pPr fontAlgn="base">
                        <a:spcBef>
                          <a:spcPct val="20000"/>
                        </a:spcBef>
                        <a:spcAft>
                          <a:spcPct val="0"/>
                        </a:spcAft>
                        <a:buClr>
                          <a:schemeClr val="accent1"/>
                        </a:buCl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fault tolerant</a:t>
                      </a:r>
                      <a:endParaRPr kumimoji="0" lang="en-US" altLang="en-US" sz="1600" b="0" i="0" u="none" strike="noStrike" cap="none" normalizeH="0" baseline="0" dirty="0">
                        <a:ln>
                          <a:noFill/>
                        </a:ln>
                        <a:solidFill>
                          <a:schemeClr val="tx1"/>
                        </a:solidFill>
                        <a:effectLst/>
                        <a:latin typeface="Arial" panose="020B0604020202020204" pitchFamily="34" charset="0"/>
                      </a:endParaRPr>
                    </a:p>
                  </a:txBody>
                  <a:tcPr anchor="ctr" horzOverflow="overflow"/>
                </a:tc>
                <a:tc>
                  <a:txBody>
                    <a:bodyPr/>
                    <a:lstStyle>
                      <a:lvl1pPr>
                        <a:spcBef>
                          <a:spcPct val="20000"/>
                        </a:spcBef>
                        <a:buClr>
                          <a:schemeClr val="accent2"/>
                        </a:buClr>
                        <a:buSzPct val="80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1"/>
                        </a:buClr>
                        <a:buSzPct val="90000"/>
                        <a:defRPr sz="2400">
                          <a:solidFill>
                            <a:schemeClr val="tx1"/>
                          </a:solidFill>
                          <a:latin typeface="Arial" panose="020B0604020202020204" pitchFamily="34" charset="0"/>
                        </a:defRPr>
                      </a:lvl2pPr>
                      <a:lvl3pPr>
                        <a:spcBef>
                          <a:spcPct val="20000"/>
                        </a:spcBef>
                        <a:buClr>
                          <a:schemeClr val="accent1"/>
                        </a:buClr>
                        <a:buSzPct val="60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tx1"/>
                        </a:buClr>
                        <a:defRPr>
                          <a:solidFill>
                            <a:schemeClr val="tx1"/>
                          </a:solidFill>
                          <a:latin typeface="Arial" panose="020B0604020202020204" pitchFamily="34" charset="0"/>
                        </a:defRPr>
                      </a:lvl4pPr>
                      <a:lvl5pPr>
                        <a:spcBef>
                          <a:spcPct val="20000"/>
                        </a:spcBef>
                        <a:buClr>
                          <a:schemeClr val="accent1"/>
                        </a:buClr>
                        <a:defRPr>
                          <a:solidFill>
                            <a:schemeClr val="tx1"/>
                          </a:solidFill>
                          <a:latin typeface="Arial" panose="020B0604020202020204" pitchFamily="34" charset="0"/>
                        </a:defRPr>
                      </a:lvl5pPr>
                      <a:lvl6pPr fontAlgn="base">
                        <a:spcBef>
                          <a:spcPct val="20000"/>
                        </a:spcBef>
                        <a:spcAft>
                          <a:spcPct val="0"/>
                        </a:spcAft>
                        <a:buClr>
                          <a:schemeClr val="accent1"/>
                        </a:buClr>
                        <a:defRPr>
                          <a:solidFill>
                            <a:schemeClr val="tx1"/>
                          </a:solidFill>
                          <a:latin typeface="Arial" panose="020B0604020202020204" pitchFamily="34" charset="0"/>
                        </a:defRPr>
                      </a:lvl6pPr>
                      <a:lvl7pPr fontAlgn="base">
                        <a:spcBef>
                          <a:spcPct val="20000"/>
                        </a:spcBef>
                        <a:spcAft>
                          <a:spcPct val="0"/>
                        </a:spcAft>
                        <a:buClr>
                          <a:schemeClr val="accent1"/>
                        </a:buClr>
                        <a:defRPr>
                          <a:solidFill>
                            <a:schemeClr val="tx1"/>
                          </a:solidFill>
                          <a:latin typeface="Arial" panose="020B0604020202020204" pitchFamily="34" charset="0"/>
                        </a:defRPr>
                      </a:lvl7pPr>
                      <a:lvl8pPr fontAlgn="base">
                        <a:spcBef>
                          <a:spcPct val="20000"/>
                        </a:spcBef>
                        <a:spcAft>
                          <a:spcPct val="0"/>
                        </a:spcAft>
                        <a:buClr>
                          <a:schemeClr val="accent1"/>
                        </a:buClr>
                        <a:defRPr>
                          <a:solidFill>
                            <a:schemeClr val="tx1"/>
                          </a:solidFill>
                          <a:latin typeface="Arial" panose="020B0604020202020204" pitchFamily="34" charset="0"/>
                        </a:defRPr>
                      </a:lvl8pPr>
                      <a:lvl9pPr fontAlgn="base">
                        <a:spcBef>
                          <a:spcPct val="20000"/>
                        </a:spcBef>
                        <a:spcAft>
                          <a:spcPct val="0"/>
                        </a:spcAft>
                        <a:buClr>
                          <a:schemeClr val="accent1"/>
                        </a:buCl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learns</a:t>
                      </a:r>
                      <a:endParaRPr kumimoji="0" lang="en-US" altLang="en-US" sz="1600" b="0" i="0" u="none" strike="noStrike" cap="none" normalizeH="0" baseline="0" dirty="0">
                        <a:ln>
                          <a:noFill/>
                        </a:ln>
                        <a:solidFill>
                          <a:schemeClr val="tx1"/>
                        </a:solidFill>
                        <a:effectLst/>
                        <a:latin typeface="Arial" panose="020B0604020202020204" pitchFamily="34" charset="0"/>
                      </a:endParaRPr>
                    </a:p>
                  </a:txBody>
                  <a:tcPr anchor="ctr" horzOverflow="overflow"/>
                </a:tc>
                <a:tc>
                  <a:txBody>
                    <a:bodyPr/>
                    <a:lstStyle>
                      <a:lvl1pPr>
                        <a:spcBef>
                          <a:spcPct val="20000"/>
                        </a:spcBef>
                        <a:buClr>
                          <a:schemeClr val="accent2"/>
                        </a:buClr>
                        <a:buSzPct val="80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1"/>
                        </a:buClr>
                        <a:buSzPct val="90000"/>
                        <a:defRPr sz="2400">
                          <a:solidFill>
                            <a:schemeClr val="tx1"/>
                          </a:solidFill>
                          <a:latin typeface="Arial" panose="020B0604020202020204" pitchFamily="34" charset="0"/>
                        </a:defRPr>
                      </a:lvl2pPr>
                      <a:lvl3pPr>
                        <a:spcBef>
                          <a:spcPct val="20000"/>
                        </a:spcBef>
                        <a:buClr>
                          <a:schemeClr val="accent1"/>
                        </a:buClr>
                        <a:buSzPct val="60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tx1"/>
                        </a:buClr>
                        <a:defRPr>
                          <a:solidFill>
                            <a:schemeClr val="tx1"/>
                          </a:solidFill>
                          <a:latin typeface="Arial" panose="020B0604020202020204" pitchFamily="34" charset="0"/>
                        </a:defRPr>
                      </a:lvl4pPr>
                      <a:lvl5pPr>
                        <a:spcBef>
                          <a:spcPct val="20000"/>
                        </a:spcBef>
                        <a:buClr>
                          <a:schemeClr val="accent1"/>
                        </a:buClr>
                        <a:defRPr>
                          <a:solidFill>
                            <a:schemeClr val="tx1"/>
                          </a:solidFill>
                          <a:latin typeface="Arial" panose="020B0604020202020204" pitchFamily="34" charset="0"/>
                        </a:defRPr>
                      </a:lvl5pPr>
                      <a:lvl6pPr fontAlgn="base">
                        <a:spcBef>
                          <a:spcPct val="20000"/>
                        </a:spcBef>
                        <a:spcAft>
                          <a:spcPct val="0"/>
                        </a:spcAft>
                        <a:buClr>
                          <a:schemeClr val="accent1"/>
                        </a:buClr>
                        <a:defRPr>
                          <a:solidFill>
                            <a:schemeClr val="tx1"/>
                          </a:solidFill>
                          <a:latin typeface="Arial" panose="020B0604020202020204" pitchFamily="34" charset="0"/>
                        </a:defRPr>
                      </a:lvl6pPr>
                      <a:lvl7pPr fontAlgn="base">
                        <a:spcBef>
                          <a:spcPct val="20000"/>
                        </a:spcBef>
                        <a:spcAft>
                          <a:spcPct val="0"/>
                        </a:spcAft>
                        <a:buClr>
                          <a:schemeClr val="accent1"/>
                        </a:buClr>
                        <a:defRPr>
                          <a:solidFill>
                            <a:schemeClr val="tx1"/>
                          </a:solidFill>
                          <a:latin typeface="Arial" panose="020B0604020202020204" pitchFamily="34" charset="0"/>
                        </a:defRPr>
                      </a:lvl7pPr>
                      <a:lvl8pPr fontAlgn="base">
                        <a:spcBef>
                          <a:spcPct val="20000"/>
                        </a:spcBef>
                        <a:spcAft>
                          <a:spcPct val="0"/>
                        </a:spcAft>
                        <a:buClr>
                          <a:schemeClr val="accent1"/>
                        </a:buClr>
                        <a:defRPr>
                          <a:solidFill>
                            <a:schemeClr val="tx1"/>
                          </a:solidFill>
                          <a:latin typeface="Arial" panose="020B0604020202020204" pitchFamily="34" charset="0"/>
                        </a:defRPr>
                      </a:lvl8pPr>
                      <a:lvl9pPr fontAlgn="base">
                        <a:spcBef>
                          <a:spcPct val="20000"/>
                        </a:spcBef>
                        <a:spcAft>
                          <a:spcPct val="0"/>
                        </a:spcAft>
                        <a:buClr>
                          <a:schemeClr val="accent1"/>
                        </a:buCl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intelligent, conscious</a:t>
                      </a:r>
                      <a:endParaRPr kumimoji="0" lang="en-US" altLang="en-US" sz="1600" b="0" i="0" u="none" strike="noStrike" cap="none" normalizeH="0" baseline="0" dirty="0">
                        <a:ln>
                          <a:noFill/>
                        </a:ln>
                        <a:solidFill>
                          <a:schemeClr val="tx1"/>
                        </a:solidFill>
                        <a:effectLst/>
                        <a:latin typeface="Arial" panose="020B0604020202020204" pitchFamily="34" charset="0"/>
                      </a:endParaRPr>
                    </a:p>
                  </a:txBody>
                  <a:tcPr anchor="ctr" horzOverflow="overflow"/>
                </a:tc>
                <a:extLst>
                  <a:ext uri="{0D108BD9-81ED-4DB2-BD59-A6C34878D82A}">
                    <a16:rowId xmlns:a16="http://schemas.microsoft.com/office/drawing/2014/main" val="4055681899"/>
                  </a:ext>
                </a:extLst>
              </a:tr>
              <a:tr h="998621">
                <a:tc>
                  <a:txBody>
                    <a:bodyPr/>
                    <a:lstStyle/>
                    <a:p>
                      <a:endParaRPr lang="en-IN" dirty="0"/>
                    </a:p>
                  </a:txBody>
                  <a:tcPr/>
                </a:tc>
                <a:tc>
                  <a:txBody>
                    <a:bodyPr/>
                    <a:lstStyle>
                      <a:lvl1pPr>
                        <a:spcBef>
                          <a:spcPct val="20000"/>
                        </a:spcBef>
                        <a:buClr>
                          <a:schemeClr val="accent2"/>
                        </a:buClr>
                        <a:buSzPct val="80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1"/>
                        </a:buClr>
                        <a:buSzPct val="90000"/>
                        <a:defRPr sz="2400">
                          <a:solidFill>
                            <a:schemeClr val="tx1"/>
                          </a:solidFill>
                          <a:latin typeface="Arial" panose="020B0604020202020204" pitchFamily="34" charset="0"/>
                        </a:defRPr>
                      </a:lvl2pPr>
                      <a:lvl3pPr>
                        <a:spcBef>
                          <a:spcPct val="20000"/>
                        </a:spcBef>
                        <a:buClr>
                          <a:schemeClr val="accent1"/>
                        </a:buClr>
                        <a:buSzPct val="60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tx1"/>
                        </a:buClr>
                        <a:defRPr>
                          <a:solidFill>
                            <a:schemeClr val="tx1"/>
                          </a:solidFill>
                          <a:latin typeface="Arial" panose="020B0604020202020204" pitchFamily="34" charset="0"/>
                        </a:defRPr>
                      </a:lvl4pPr>
                      <a:lvl5pPr>
                        <a:spcBef>
                          <a:spcPct val="20000"/>
                        </a:spcBef>
                        <a:buClr>
                          <a:schemeClr val="accent1"/>
                        </a:buClr>
                        <a:defRPr>
                          <a:solidFill>
                            <a:schemeClr val="tx1"/>
                          </a:solidFill>
                          <a:latin typeface="Arial" panose="020B0604020202020204" pitchFamily="34" charset="0"/>
                        </a:defRPr>
                      </a:lvl5pPr>
                      <a:lvl6pPr fontAlgn="base">
                        <a:spcBef>
                          <a:spcPct val="20000"/>
                        </a:spcBef>
                        <a:spcAft>
                          <a:spcPct val="0"/>
                        </a:spcAft>
                        <a:buClr>
                          <a:schemeClr val="accent1"/>
                        </a:buClr>
                        <a:defRPr>
                          <a:solidFill>
                            <a:schemeClr val="tx1"/>
                          </a:solidFill>
                          <a:latin typeface="Arial" panose="020B0604020202020204" pitchFamily="34" charset="0"/>
                        </a:defRPr>
                      </a:lvl6pPr>
                      <a:lvl7pPr fontAlgn="base">
                        <a:spcBef>
                          <a:spcPct val="20000"/>
                        </a:spcBef>
                        <a:spcAft>
                          <a:spcPct val="0"/>
                        </a:spcAft>
                        <a:buClr>
                          <a:schemeClr val="accent1"/>
                        </a:buClr>
                        <a:defRPr>
                          <a:solidFill>
                            <a:schemeClr val="tx1"/>
                          </a:solidFill>
                          <a:latin typeface="Arial" panose="020B0604020202020204" pitchFamily="34" charset="0"/>
                        </a:defRPr>
                      </a:lvl7pPr>
                      <a:lvl8pPr fontAlgn="base">
                        <a:spcBef>
                          <a:spcPct val="20000"/>
                        </a:spcBef>
                        <a:spcAft>
                          <a:spcPct val="0"/>
                        </a:spcAft>
                        <a:buClr>
                          <a:schemeClr val="accent1"/>
                        </a:buClr>
                        <a:defRPr>
                          <a:solidFill>
                            <a:schemeClr val="tx1"/>
                          </a:solidFill>
                          <a:latin typeface="Arial" panose="020B0604020202020204" pitchFamily="34" charset="0"/>
                        </a:defRPr>
                      </a:lvl8pPr>
                      <a:lvl9pPr fontAlgn="base">
                        <a:spcBef>
                          <a:spcPct val="20000"/>
                        </a:spcBef>
                        <a:spcAft>
                          <a:spcPct val="0"/>
                        </a:spcAft>
                        <a:buClr>
                          <a:schemeClr val="accent1"/>
                        </a:buCl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10</a:t>
                      </a:r>
                      <a:r>
                        <a:rPr kumimoji="0" lang="en-US" altLang="en-US" sz="1600" b="0" i="0" u="none" strike="noStrike" cap="none" normalizeH="0" baseline="30000" dirty="0">
                          <a:ln>
                            <a:noFill/>
                          </a:ln>
                          <a:solidFill>
                            <a:schemeClr val="tx1"/>
                          </a:solidFill>
                          <a:effectLst/>
                          <a:latin typeface="Arial" panose="020B0604020202020204" pitchFamily="34" charset="0"/>
                        </a:rPr>
                        <a:t>14</a:t>
                      </a:r>
                      <a:r>
                        <a:rPr kumimoji="0" lang="en-US" altLang="en-US" sz="1600" b="0" i="0" u="none" strike="noStrike" cap="none" normalizeH="0" baseline="0" dirty="0">
                          <a:ln>
                            <a:noFill/>
                          </a:ln>
                          <a:solidFill>
                            <a:schemeClr val="tx1"/>
                          </a:solidFill>
                          <a:effectLst/>
                          <a:latin typeface="Arial" panose="020B0604020202020204" pitchFamily="34" charset="0"/>
                        </a:rPr>
                        <a:t> synapses</a:t>
                      </a:r>
                    </a:p>
                  </a:txBody>
                  <a:tcPr anchor="ctr" horzOverflow="overflow"/>
                </a:tc>
                <a:tc>
                  <a:txBody>
                    <a:bodyPr/>
                    <a:lstStyle>
                      <a:lvl1pPr>
                        <a:spcBef>
                          <a:spcPct val="20000"/>
                        </a:spcBef>
                        <a:buClr>
                          <a:schemeClr val="accent2"/>
                        </a:buClr>
                        <a:buSzPct val="80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1"/>
                        </a:buClr>
                        <a:buSzPct val="90000"/>
                        <a:defRPr sz="2400">
                          <a:solidFill>
                            <a:schemeClr val="tx1"/>
                          </a:solidFill>
                          <a:latin typeface="Arial" panose="020B0604020202020204" pitchFamily="34" charset="0"/>
                        </a:defRPr>
                      </a:lvl2pPr>
                      <a:lvl3pPr>
                        <a:spcBef>
                          <a:spcPct val="20000"/>
                        </a:spcBef>
                        <a:buClr>
                          <a:schemeClr val="accent1"/>
                        </a:buClr>
                        <a:buSzPct val="60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tx1"/>
                        </a:buClr>
                        <a:defRPr>
                          <a:solidFill>
                            <a:schemeClr val="tx1"/>
                          </a:solidFill>
                          <a:latin typeface="Arial" panose="020B0604020202020204" pitchFamily="34" charset="0"/>
                        </a:defRPr>
                      </a:lvl4pPr>
                      <a:lvl5pPr>
                        <a:spcBef>
                          <a:spcPct val="20000"/>
                        </a:spcBef>
                        <a:buClr>
                          <a:schemeClr val="accent1"/>
                        </a:buClr>
                        <a:defRPr>
                          <a:solidFill>
                            <a:schemeClr val="tx1"/>
                          </a:solidFill>
                          <a:latin typeface="Arial" panose="020B0604020202020204" pitchFamily="34" charset="0"/>
                        </a:defRPr>
                      </a:lvl5pPr>
                      <a:lvl6pPr fontAlgn="base">
                        <a:spcBef>
                          <a:spcPct val="20000"/>
                        </a:spcBef>
                        <a:spcAft>
                          <a:spcPct val="0"/>
                        </a:spcAft>
                        <a:buClr>
                          <a:schemeClr val="accent1"/>
                        </a:buClr>
                        <a:defRPr>
                          <a:solidFill>
                            <a:schemeClr val="tx1"/>
                          </a:solidFill>
                          <a:latin typeface="Arial" panose="020B0604020202020204" pitchFamily="34" charset="0"/>
                        </a:defRPr>
                      </a:lvl6pPr>
                      <a:lvl7pPr fontAlgn="base">
                        <a:spcBef>
                          <a:spcPct val="20000"/>
                        </a:spcBef>
                        <a:spcAft>
                          <a:spcPct val="0"/>
                        </a:spcAft>
                        <a:buClr>
                          <a:schemeClr val="accent1"/>
                        </a:buClr>
                        <a:defRPr>
                          <a:solidFill>
                            <a:schemeClr val="tx1"/>
                          </a:solidFill>
                          <a:latin typeface="Arial" panose="020B0604020202020204" pitchFamily="34" charset="0"/>
                        </a:defRPr>
                      </a:lvl7pPr>
                      <a:lvl8pPr fontAlgn="base">
                        <a:spcBef>
                          <a:spcPct val="20000"/>
                        </a:spcBef>
                        <a:spcAft>
                          <a:spcPct val="0"/>
                        </a:spcAft>
                        <a:buClr>
                          <a:schemeClr val="accent1"/>
                        </a:buClr>
                        <a:defRPr>
                          <a:solidFill>
                            <a:schemeClr val="tx1"/>
                          </a:solidFill>
                          <a:latin typeface="Arial" panose="020B0604020202020204" pitchFamily="34" charset="0"/>
                        </a:defRPr>
                      </a:lvl8pPr>
                      <a:lvl9pPr fontAlgn="base">
                        <a:spcBef>
                          <a:spcPct val="20000"/>
                        </a:spcBef>
                        <a:spcAft>
                          <a:spcPct val="0"/>
                        </a:spcAft>
                        <a:buClr>
                          <a:schemeClr val="accent1"/>
                        </a:buCl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10</a:t>
                      </a:r>
                      <a:r>
                        <a:rPr kumimoji="0" lang="en-US" altLang="en-US" sz="1600" b="0" i="0" u="none" strike="noStrike" cap="none" normalizeH="0" baseline="30000" dirty="0">
                          <a:ln>
                            <a:noFill/>
                          </a:ln>
                          <a:solidFill>
                            <a:schemeClr val="tx1"/>
                          </a:solidFill>
                          <a:effectLst/>
                          <a:latin typeface="Arial" panose="020B0604020202020204" pitchFamily="34" charset="0"/>
                        </a:rPr>
                        <a:t>-6</a:t>
                      </a:r>
                      <a:r>
                        <a:rPr kumimoji="0" lang="en-US" altLang="en-US" sz="1600" b="0" i="0" u="none" strike="noStrike" cap="none" normalizeH="0" baseline="0" dirty="0">
                          <a:ln>
                            <a:noFill/>
                          </a:ln>
                          <a:solidFill>
                            <a:schemeClr val="tx1"/>
                          </a:solidFill>
                          <a:effectLst/>
                          <a:latin typeface="Arial" panose="020B0604020202020204" pitchFamily="34" charset="0"/>
                        </a:rPr>
                        <a:t> m</a:t>
                      </a:r>
                    </a:p>
                  </a:txBody>
                  <a:tcPr anchor="ctr" horzOverflow="overflow"/>
                </a:tc>
                <a:tc>
                  <a:txBody>
                    <a:bodyPr/>
                    <a:lstStyle>
                      <a:lvl1pPr>
                        <a:spcBef>
                          <a:spcPct val="20000"/>
                        </a:spcBef>
                        <a:buClr>
                          <a:schemeClr val="accent2"/>
                        </a:buClr>
                        <a:buSzPct val="80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1"/>
                        </a:buClr>
                        <a:buSzPct val="90000"/>
                        <a:defRPr sz="2400">
                          <a:solidFill>
                            <a:schemeClr val="tx1"/>
                          </a:solidFill>
                          <a:latin typeface="Arial" panose="020B0604020202020204" pitchFamily="34" charset="0"/>
                        </a:defRPr>
                      </a:lvl2pPr>
                      <a:lvl3pPr>
                        <a:spcBef>
                          <a:spcPct val="20000"/>
                        </a:spcBef>
                        <a:buClr>
                          <a:schemeClr val="accent1"/>
                        </a:buClr>
                        <a:buSzPct val="60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tx1"/>
                        </a:buClr>
                        <a:defRPr>
                          <a:solidFill>
                            <a:schemeClr val="tx1"/>
                          </a:solidFill>
                          <a:latin typeface="Arial" panose="020B0604020202020204" pitchFamily="34" charset="0"/>
                        </a:defRPr>
                      </a:lvl4pPr>
                      <a:lvl5pPr>
                        <a:spcBef>
                          <a:spcPct val="20000"/>
                        </a:spcBef>
                        <a:buClr>
                          <a:schemeClr val="accent1"/>
                        </a:buClr>
                        <a:defRPr>
                          <a:solidFill>
                            <a:schemeClr val="tx1"/>
                          </a:solidFill>
                          <a:latin typeface="Arial" panose="020B0604020202020204" pitchFamily="34" charset="0"/>
                        </a:defRPr>
                      </a:lvl5pPr>
                      <a:lvl6pPr fontAlgn="base">
                        <a:spcBef>
                          <a:spcPct val="20000"/>
                        </a:spcBef>
                        <a:spcAft>
                          <a:spcPct val="0"/>
                        </a:spcAft>
                        <a:buClr>
                          <a:schemeClr val="accent1"/>
                        </a:buClr>
                        <a:defRPr>
                          <a:solidFill>
                            <a:schemeClr val="tx1"/>
                          </a:solidFill>
                          <a:latin typeface="Arial" panose="020B0604020202020204" pitchFamily="34" charset="0"/>
                        </a:defRPr>
                      </a:lvl6pPr>
                      <a:lvl7pPr fontAlgn="base">
                        <a:spcBef>
                          <a:spcPct val="20000"/>
                        </a:spcBef>
                        <a:spcAft>
                          <a:spcPct val="0"/>
                        </a:spcAft>
                        <a:buClr>
                          <a:schemeClr val="accent1"/>
                        </a:buClr>
                        <a:defRPr>
                          <a:solidFill>
                            <a:schemeClr val="tx1"/>
                          </a:solidFill>
                          <a:latin typeface="Arial" panose="020B0604020202020204" pitchFamily="34" charset="0"/>
                        </a:defRPr>
                      </a:lvl7pPr>
                      <a:lvl8pPr fontAlgn="base">
                        <a:spcBef>
                          <a:spcPct val="20000"/>
                        </a:spcBef>
                        <a:spcAft>
                          <a:spcPct val="0"/>
                        </a:spcAft>
                        <a:buClr>
                          <a:schemeClr val="accent1"/>
                        </a:buClr>
                        <a:defRPr>
                          <a:solidFill>
                            <a:schemeClr val="tx1"/>
                          </a:solidFill>
                          <a:latin typeface="Arial" panose="020B0604020202020204" pitchFamily="34" charset="0"/>
                        </a:defRPr>
                      </a:lvl8pPr>
                      <a:lvl9pPr fontAlgn="base">
                        <a:spcBef>
                          <a:spcPct val="20000"/>
                        </a:spcBef>
                        <a:spcAft>
                          <a:spcPct val="0"/>
                        </a:spcAft>
                        <a:buClr>
                          <a:schemeClr val="accent1"/>
                        </a:buCl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30 W</a:t>
                      </a:r>
                    </a:p>
                  </a:txBody>
                  <a:tcPr anchor="ctr" horzOverflow="overflow"/>
                </a:tc>
                <a:tc>
                  <a:txBody>
                    <a:bodyPr/>
                    <a:lstStyle>
                      <a:lvl1pPr>
                        <a:spcBef>
                          <a:spcPct val="20000"/>
                        </a:spcBef>
                        <a:buClr>
                          <a:schemeClr val="accent2"/>
                        </a:buClr>
                        <a:buSzPct val="80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1"/>
                        </a:buClr>
                        <a:buSzPct val="90000"/>
                        <a:defRPr sz="2400">
                          <a:solidFill>
                            <a:schemeClr val="tx1"/>
                          </a:solidFill>
                          <a:latin typeface="Arial" panose="020B0604020202020204" pitchFamily="34" charset="0"/>
                        </a:defRPr>
                      </a:lvl2pPr>
                      <a:lvl3pPr>
                        <a:spcBef>
                          <a:spcPct val="20000"/>
                        </a:spcBef>
                        <a:buClr>
                          <a:schemeClr val="accent1"/>
                        </a:buClr>
                        <a:buSzPct val="60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tx1"/>
                        </a:buClr>
                        <a:defRPr>
                          <a:solidFill>
                            <a:schemeClr val="tx1"/>
                          </a:solidFill>
                          <a:latin typeface="Arial" panose="020B0604020202020204" pitchFamily="34" charset="0"/>
                        </a:defRPr>
                      </a:lvl4pPr>
                      <a:lvl5pPr>
                        <a:spcBef>
                          <a:spcPct val="20000"/>
                        </a:spcBef>
                        <a:buClr>
                          <a:schemeClr val="accent1"/>
                        </a:buClr>
                        <a:defRPr>
                          <a:solidFill>
                            <a:schemeClr val="tx1"/>
                          </a:solidFill>
                          <a:latin typeface="Arial" panose="020B0604020202020204" pitchFamily="34" charset="0"/>
                        </a:defRPr>
                      </a:lvl5pPr>
                      <a:lvl6pPr fontAlgn="base">
                        <a:spcBef>
                          <a:spcPct val="20000"/>
                        </a:spcBef>
                        <a:spcAft>
                          <a:spcPct val="0"/>
                        </a:spcAft>
                        <a:buClr>
                          <a:schemeClr val="accent1"/>
                        </a:buClr>
                        <a:defRPr>
                          <a:solidFill>
                            <a:schemeClr val="tx1"/>
                          </a:solidFill>
                          <a:latin typeface="Arial" panose="020B0604020202020204" pitchFamily="34" charset="0"/>
                        </a:defRPr>
                      </a:lvl6pPr>
                      <a:lvl7pPr fontAlgn="base">
                        <a:spcBef>
                          <a:spcPct val="20000"/>
                        </a:spcBef>
                        <a:spcAft>
                          <a:spcPct val="0"/>
                        </a:spcAft>
                        <a:buClr>
                          <a:schemeClr val="accent1"/>
                        </a:buClr>
                        <a:defRPr>
                          <a:solidFill>
                            <a:schemeClr val="tx1"/>
                          </a:solidFill>
                          <a:latin typeface="Arial" panose="020B0604020202020204" pitchFamily="34" charset="0"/>
                        </a:defRPr>
                      </a:lvl7pPr>
                      <a:lvl8pPr fontAlgn="base">
                        <a:spcBef>
                          <a:spcPct val="20000"/>
                        </a:spcBef>
                        <a:spcAft>
                          <a:spcPct val="0"/>
                        </a:spcAft>
                        <a:buClr>
                          <a:schemeClr val="accent1"/>
                        </a:buClr>
                        <a:defRPr>
                          <a:solidFill>
                            <a:schemeClr val="tx1"/>
                          </a:solidFill>
                          <a:latin typeface="Arial" panose="020B0604020202020204" pitchFamily="34" charset="0"/>
                        </a:defRPr>
                      </a:lvl8pPr>
                      <a:lvl9pPr fontAlgn="base">
                        <a:spcBef>
                          <a:spcPct val="20000"/>
                        </a:spcBef>
                        <a:spcAft>
                          <a:spcPct val="0"/>
                        </a:spcAft>
                        <a:buClr>
                          <a:schemeClr val="accent1"/>
                        </a:buCl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100 Hz</a:t>
                      </a:r>
                    </a:p>
                  </a:txBody>
                  <a:tcPr anchor="ctr" horzOverflow="overflow"/>
                </a:tc>
                <a:tc>
                  <a:txBody>
                    <a:bodyPr/>
                    <a:lstStyle>
                      <a:lvl1pPr>
                        <a:spcBef>
                          <a:spcPct val="20000"/>
                        </a:spcBef>
                        <a:buClr>
                          <a:schemeClr val="accent2"/>
                        </a:buClr>
                        <a:buSzPct val="80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1"/>
                        </a:buClr>
                        <a:buSzPct val="90000"/>
                        <a:defRPr sz="2400">
                          <a:solidFill>
                            <a:schemeClr val="tx1"/>
                          </a:solidFill>
                          <a:latin typeface="Arial" panose="020B0604020202020204" pitchFamily="34" charset="0"/>
                        </a:defRPr>
                      </a:lvl2pPr>
                      <a:lvl3pPr>
                        <a:spcBef>
                          <a:spcPct val="20000"/>
                        </a:spcBef>
                        <a:buClr>
                          <a:schemeClr val="accent1"/>
                        </a:buClr>
                        <a:buSzPct val="60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tx1"/>
                        </a:buClr>
                        <a:defRPr>
                          <a:solidFill>
                            <a:schemeClr val="tx1"/>
                          </a:solidFill>
                          <a:latin typeface="Arial" panose="020B0604020202020204" pitchFamily="34" charset="0"/>
                        </a:defRPr>
                      </a:lvl4pPr>
                      <a:lvl5pPr>
                        <a:spcBef>
                          <a:spcPct val="20000"/>
                        </a:spcBef>
                        <a:buClr>
                          <a:schemeClr val="accent1"/>
                        </a:buClr>
                        <a:defRPr>
                          <a:solidFill>
                            <a:schemeClr val="tx1"/>
                          </a:solidFill>
                          <a:latin typeface="Arial" panose="020B0604020202020204" pitchFamily="34" charset="0"/>
                        </a:defRPr>
                      </a:lvl5pPr>
                      <a:lvl6pPr fontAlgn="base">
                        <a:spcBef>
                          <a:spcPct val="20000"/>
                        </a:spcBef>
                        <a:spcAft>
                          <a:spcPct val="0"/>
                        </a:spcAft>
                        <a:buClr>
                          <a:schemeClr val="accent1"/>
                        </a:buClr>
                        <a:defRPr>
                          <a:solidFill>
                            <a:schemeClr val="tx1"/>
                          </a:solidFill>
                          <a:latin typeface="Arial" panose="020B0604020202020204" pitchFamily="34" charset="0"/>
                        </a:defRPr>
                      </a:lvl6pPr>
                      <a:lvl7pPr fontAlgn="base">
                        <a:spcBef>
                          <a:spcPct val="20000"/>
                        </a:spcBef>
                        <a:spcAft>
                          <a:spcPct val="0"/>
                        </a:spcAft>
                        <a:buClr>
                          <a:schemeClr val="accent1"/>
                        </a:buClr>
                        <a:defRPr>
                          <a:solidFill>
                            <a:schemeClr val="tx1"/>
                          </a:solidFill>
                          <a:latin typeface="Arial" panose="020B0604020202020204" pitchFamily="34" charset="0"/>
                        </a:defRPr>
                      </a:lvl7pPr>
                      <a:lvl8pPr fontAlgn="base">
                        <a:spcBef>
                          <a:spcPct val="20000"/>
                        </a:spcBef>
                        <a:spcAft>
                          <a:spcPct val="0"/>
                        </a:spcAft>
                        <a:buClr>
                          <a:schemeClr val="accent1"/>
                        </a:buClr>
                        <a:defRPr>
                          <a:solidFill>
                            <a:schemeClr val="tx1"/>
                          </a:solidFill>
                          <a:latin typeface="Arial" panose="020B0604020202020204" pitchFamily="34" charset="0"/>
                        </a:defRPr>
                      </a:lvl8pPr>
                      <a:lvl9pPr fontAlgn="base">
                        <a:spcBef>
                          <a:spcPct val="20000"/>
                        </a:spcBef>
                        <a:spcAft>
                          <a:spcPct val="0"/>
                        </a:spcAft>
                        <a:buClr>
                          <a:schemeClr val="accent1"/>
                        </a:buCl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parallel, distributed</a:t>
                      </a:r>
                    </a:p>
                  </a:txBody>
                  <a:tcPr anchor="ctr" horzOverflow="overflow"/>
                </a:tc>
                <a:tc>
                  <a:txBody>
                    <a:bodyPr/>
                    <a:lstStyle>
                      <a:lvl1pPr>
                        <a:spcBef>
                          <a:spcPct val="20000"/>
                        </a:spcBef>
                        <a:buClr>
                          <a:schemeClr val="accent2"/>
                        </a:buClr>
                        <a:buSzPct val="80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1"/>
                        </a:buClr>
                        <a:buSzPct val="90000"/>
                        <a:defRPr sz="2400">
                          <a:solidFill>
                            <a:schemeClr val="tx1"/>
                          </a:solidFill>
                          <a:latin typeface="Arial" panose="020B0604020202020204" pitchFamily="34" charset="0"/>
                        </a:defRPr>
                      </a:lvl2pPr>
                      <a:lvl3pPr>
                        <a:spcBef>
                          <a:spcPct val="20000"/>
                        </a:spcBef>
                        <a:buClr>
                          <a:schemeClr val="accent1"/>
                        </a:buClr>
                        <a:buSzPct val="60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tx1"/>
                        </a:buClr>
                        <a:defRPr>
                          <a:solidFill>
                            <a:schemeClr val="tx1"/>
                          </a:solidFill>
                          <a:latin typeface="Arial" panose="020B0604020202020204" pitchFamily="34" charset="0"/>
                        </a:defRPr>
                      </a:lvl4pPr>
                      <a:lvl5pPr>
                        <a:spcBef>
                          <a:spcPct val="20000"/>
                        </a:spcBef>
                        <a:buClr>
                          <a:schemeClr val="accent1"/>
                        </a:buClr>
                        <a:defRPr>
                          <a:solidFill>
                            <a:schemeClr val="tx1"/>
                          </a:solidFill>
                          <a:latin typeface="Arial" panose="020B0604020202020204" pitchFamily="34" charset="0"/>
                        </a:defRPr>
                      </a:lvl5pPr>
                      <a:lvl6pPr fontAlgn="base">
                        <a:spcBef>
                          <a:spcPct val="20000"/>
                        </a:spcBef>
                        <a:spcAft>
                          <a:spcPct val="0"/>
                        </a:spcAft>
                        <a:buClr>
                          <a:schemeClr val="accent1"/>
                        </a:buClr>
                        <a:defRPr>
                          <a:solidFill>
                            <a:schemeClr val="tx1"/>
                          </a:solidFill>
                          <a:latin typeface="Arial" panose="020B0604020202020204" pitchFamily="34" charset="0"/>
                        </a:defRPr>
                      </a:lvl6pPr>
                      <a:lvl7pPr fontAlgn="base">
                        <a:spcBef>
                          <a:spcPct val="20000"/>
                        </a:spcBef>
                        <a:spcAft>
                          <a:spcPct val="0"/>
                        </a:spcAft>
                        <a:buClr>
                          <a:schemeClr val="accent1"/>
                        </a:buClr>
                        <a:defRPr>
                          <a:solidFill>
                            <a:schemeClr val="tx1"/>
                          </a:solidFill>
                          <a:latin typeface="Arial" panose="020B0604020202020204" pitchFamily="34" charset="0"/>
                        </a:defRPr>
                      </a:lvl7pPr>
                      <a:lvl8pPr fontAlgn="base">
                        <a:spcBef>
                          <a:spcPct val="20000"/>
                        </a:spcBef>
                        <a:spcAft>
                          <a:spcPct val="0"/>
                        </a:spcAft>
                        <a:buClr>
                          <a:schemeClr val="accent1"/>
                        </a:buClr>
                        <a:defRPr>
                          <a:solidFill>
                            <a:schemeClr val="tx1"/>
                          </a:solidFill>
                          <a:latin typeface="Arial" panose="020B0604020202020204" pitchFamily="34" charset="0"/>
                        </a:defRPr>
                      </a:lvl8pPr>
                      <a:lvl9pPr fontAlgn="base">
                        <a:spcBef>
                          <a:spcPct val="20000"/>
                        </a:spcBef>
                        <a:spcAft>
                          <a:spcPct val="0"/>
                        </a:spcAft>
                        <a:buClr>
                          <a:schemeClr val="accent1"/>
                        </a:buCl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yes</a:t>
                      </a:r>
                    </a:p>
                  </a:txBody>
                  <a:tcPr anchor="ctr" horzOverflow="overflow"/>
                </a:tc>
                <a:tc>
                  <a:txBody>
                    <a:bodyPr/>
                    <a:lstStyle>
                      <a:lvl1pPr>
                        <a:spcBef>
                          <a:spcPct val="20000"/>
                        </a:spcBef>
                        <a:buClr>
                          <a:schemeClr val="accent2"/>
                        </a:buClr>
                        <a:buSzPct val="80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1"/>
                        </a:buClr>
                        <a:buSzPct val="90000"/>
                        <a:defRPr sz="2400">
                          <a:solidFill>
                            <a:schemeClr val="tx1"/>
                          </a:solidFill>
                          <a:latin typeface="Arial" panose="020B0604020202020204" pitchFamily="34" charset="0"/>
                        </a:defRPr>
                      </a:lvl2pPr>
                      <a:lvl3pPr>
                        <a:spcBef>
                          <a:spcPct val="20000"/>
                        </a:spcBef>
                        <a:buClr>
                          <a:schemeClr val="accent1"/>
                        </a:buClr>
                        <a:buSzPct val="60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tx1"/>
                        </a:buClr>
                        <a:defRPr>
                          <a:solidFill>
                            <a:schemeClr val="tx1"/>
                          </a:solidFill>
                          <a:latin typeface="Arial" panose="020B0604020202020204" pitchFamily="34" charset="0"/>
                        </a:defRPr>
                      </a:lvl4pPr>
                      <a:lvl5pPr>
                        <a:spcBef>
                          <a:spcPct val="20000"/>
                        </a:spcBef>
                        <a:buClr>
                          <a:schemeClr val="accent1"/>
                        </a:buClr>
                        <a:defRPr>
                          <a:solidFill>
                            <a:schemeClr val="tx1"/>
                          </a:solidFill>
                          <a:latin typeface="Arial" panose="020B0604020202020204" pitchFamily="34" charset="0"/>
                        </a:defRPr>
                      </a:lvl5pPr>
                      <a:lvl6pPr fontAlgn="base">
                        <a:spcBef>
                          <a:spcPct val="20000"/>
                        </a:spcBef>
                        <a:spcAft>
                          <a:spcPct val="0"/>
                        </a:spcAft>
                        <a:buClr>
                          <a:schemeClr val="accent1"/>
                        </a:buClr>
                        <a:defRPr>
                          <a:solidFill>
                            <a:schemeClr val="tx1"/>
                          </a:solidFill>
                          <a:latin typeface="Arial" panose="020B0604020202020204" pitchFamily="34" charset="0"/>
                        </a:defRPr>
                      </a:lvl6pPr>
                      <a:lvl7pPr fontAlgn="base">
                        <a:spcBef>
                          <a:spcPct val="20000"/>
                        </a:spcBef>
                        <a:spcAft>
                          <a:spcPct val="0"/>
                        </a:spcAft>
                        <a:buClr>
                          <a:schemeClr val="accent1"/>
                        </a:buClr>
                        <a:defRPr>
                          <a:solidFill>
                            <a:schemeClr val="tx1"/>
                          </a:solidFill>
                          <a:latin typeface="Arial" panose="020B0604020202020204" pitchFamily="34" charset="0"/>
                        </a:defRPr>
                      </a:lvl7pPr>
                      <a:lvl8pPr fontAlgn="base">
                        <a:spcBef>
                          <a:spcPct val="20000"/>
                        </a:spcBef>
                        <a:spcAft>
                          <a:spcPct val="0"/>
                        </a:spcAft>
                        <a:buClr>
                          <a:schemeClr val="accent1"/>
                        </a:buClr>
                        <a:defRPr>
                          <a:solidFill>
                            <a:schemeClr val="tx1"/>
                          </a:solidFill>
                          <a:latin typeface="Arial" panose="020B0604020202020204" pitchFamily="34" charset="0"/>
                        </a:defRPr>
                      </a:lvl8pPr>
                      <a:lvl9pPr fontAlgn="base">
                        <a:spcBef>
                          <a:spcPct val="20000"/>
                        </a:spcBef>
                        <a:spcAft>
                          <a:spcPct val="0"/>
                        </a:spcAft>
                        <a:buClr>
                          <a:schemeClr val="accent1"/>
                        </a:buCl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yes</a:t>
                      </a:r>
                    </a:p>
                  </a:txBody>
                  <a:tcPr anchor="ctr" horzOverflow="overflow"/>
                </a:tc>
                <a:tc>
                  <a:txBody>
                    <a:bodyPr/>
                    <a:lstStyle>
                      <a:lvl1pPr>
                        <a:spcBef>
                          <a:spcPct val="20000"/>
                        </a:spcBef>
                        <a:buClr>
                          <a:schemeClr val="accent2"/>
                        </a:buClr>
                        <a:buSzPct val="80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1"/>
                        </a:buClr>
                        <a:buSzPct val="90000"/>
                        <a:defRPr sz="2400">
                          <a:solidFill>
                            <a:schemeClr val="tx1"/>
                          </a:solidFill>
                          <a:latin typeface="Arial" panose="020B0604020202020204" pitchFamily="34" charset="0"/>
                        </a:defRPr>
                      </a:lvl2pPr>
                      <a:lvl3pPr>
                        <a:spcBef>
                          <a:spcPct val="20000"/>
                        </a:spcBef>
                        <a:buClr>
                          <a:schemeClr val="accent1"/>
                        </a:buClr>
                        <a:buSzPct val="60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tx1"/>
                        </a:buClr>
                        <a:defRPr>
                          <a:solidFill>
                            <a:schemeClr val="tx1"/>
                          </a:solidFill>
                          <a:latin typeface="Arial" panose="020B0604020202020204" pitchFamily="34" charset="0"/>
                        </a:defRPr>
                      </a:lvl4pPr>
                      <a:lvl5pPr>
                        <a:spcBef>
                          <a:spcPct val="20000"/>
                        </a:spcBef>
                        <a:buClr>
                          <a:schemeClr val="accent1"/>
                        </a:buClr>
                        <a:defRPr>
                          <a:solidFill>
                            <a:schemeClr val="tx1"/>
                          </a:solidFill>
                          <a:latin typeface="Arial" panose="020B0604020202020204" pitchFamily="34" charset="0"/>
                        </a:defRPr>
                      </a:lvl5pPr>
                      <a:lvl6pPr fontAlgn="base">
                        <a:spcBef>
                          <a:spcPct val="20000"/>
                        </a:spcBef>
                        <a:spcAft>
                          <a:spcPct val="0"/>
                        </a:spcAft>
                        <a:buClr>
                          <a:schemeClr val="accent1"/>
                        </a:buClr>
                        <a:defRPr>
                          <a:solidFill>
                            <a:schemeClr val="tx1"/>
                          </a:solidFill>
                          <a:latin typeface="Arial" panose="020B0604020202020204" pitchFamily="34" charset="0"/>
                        </a:defRPr>
                      </a:lvl6pPr>
                      <a:lvl7pPr fontAlgn="base">
                        <a:spcBef>
                          <a:spcPct val="20000"/>
                        </a:spcBef>
                        <a:spcAft>
                          <a:spcPct val="0"/>
                        </a:spcAft>
                        <a:buClr>
                          <a:schemeClr val="accent1"/>
                        </a:buClr>
                        <a:defRPr>
                          <a:solidFill>
                            <a:schemeClr val="tx1"/>
                          </a:solidFill>
                          <a:latin typeface="Arial" panose="020B0604020202020204" pitchFamily="34" charset="0"/>
                        </a:defRPr>
                      </a:lvl7pPr>
                      <a:lvl8pPr fontAlgn="base">
                        <a:spcBef>
                          <a:spcPct val="20000"/>
                        </a:spcBef>
                        <a:spcAft>
                          <a:spcPct val="0"/>
                        </a:spcAft>
                        <a:buClr>
                          <a:schemeClr val="accent1"/>
                        </a:buClr>
                        <a:defRPr>
                          <a:solidFill>
                            <a:schemeClr val="tx1"/>
                          </a:solidFill>
                          <a:latin typeface="Arial" panose="020B0604020202020204" pitchFamily="34" charset="0"/>
                        </a:defRPr>
                      </a:lvl8pPr>
                      <a:lvl9pPr fontAlgn="base">
                        <a:spcBef>
                          <a:spcPct val="20000"/>
                        </a:spcBef>
                        <a:spcAft>
                          <a:spcPct val="0"/>
                        </a:spcAft>
                        <a:buClr>
                          <a:schemeClr val="accent1"/>
                        </a:buCl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usually</a:t>
                      </a:r>
                    </a:p>
                  </a:txBody>
                  <a:tcPr anchor="ctr" horzOverflow="overflow"/>
                </a:tc>
                <a:extLst>
                  <a:ext uri="{0D108BD9-81ED-4DB2-BD59-A6C34878D82A}">
                    <a16:rowId xmlns:a16="http://schemas.microsoft.com/office/drawing/2014/main" val="3145251825"/>
                  </a:ext>
                </a:extLst>
              </a:tr>
              <a:tr h="1046748">
                <a:tc>
                  <a:txBody>
                    <a:bodyPr/>
                    <a:lstStyle/>
                    <a:p>
                      <a:endParaRPr lang="en-IN" dirty="0"/>
                    </a:p>
                  </a:txBody>
                  <a:tcPr/>
                </a:tc>
                <a:tc>
                  <a:txBody>
                    <a:bodyPr/>
                    <a:lstStyle>
                      <a:lvl1pPr>
                        <a:spcBef>
                          <a:spcPct val="20000"/>
                        </a:spcBef>
                        <a:buClr>
                          <a:schemeClr val="accent2"/>
                        </a:buClr>
                        <a:buSzPct val="80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1"/>
                        </a:buClr>
                        <a:buSzPct val="90000"/>
                        <a:defRPr sz="2400">
                          <a:solidFill>
                            <a:schemeClr val="tx1"/>
                          </a:solidFill>
                          <a:latin typeface="Arial" panose="020B0604020202020204" pitchFamily="34" charset="0"/>
                        </a:defRPr>
                      </a:lvl2pPr>
                      <a:lvl3pPr>
                        <a:spcBef>
                          <a:spcPct val="20000"/>
                        </a:spcBef>
                        <a:buClr>
                          <a:schemeClr val="accent1"/>
                        </a:buClr>
                        <a:buSzPct val="60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tx1"/>
                        </a:buClr>
                        <a:defRPr>
                          <a:solidFill>
                            <a:schemeClr val="tx1"/>
                          </a:solidFill>
                          <a:latin typeface="Arial" panose="020B0604020202020204" pitchFamily="34" charset="0"/>
                        </a:defRPr>
                      </a:lvl4pPr>
                      <a:lvl5pPr>
                        <a:spcBef>
                          <a:spcPct val="20000"/>
                        </a:spcBef>
                        <a:buClr>
                          <a:schemeClr val="accent1"/>
                        </a:buClr>
                        <a:defRPr>
                          <a:solidFill>
                            <a:schemeClr val="tx1"/>
                          </a:solidFill>
                          <a:latin typeface="Arial" panose="020B0604020202020204" pitchFamily="34" charset="0"/>
                        </a:defRPr>
                      </a:lvl5pPr>
                      <a:lvl6pPr fontAlgn="base">
                        <a:spcBef>
                          <a:spcPct val="20000"/>
                        </a:spcBef>
                        <a:spcAft>
                          <a:spcPct val="0"/>
                        </a:spcAft>
                        <a:buClr>
                          <a:schemeClr val="accent1"/>
                        </a:buClr>
                        <a:defRPr>
                          <a:solidFill>
                            <a:schemeClr val="tx1"/>
                          </a:solidFill>
                          <a:latin typeface="Arial" panose="020B0604020202020204" pitchFamily="34" charset="0"/>
                        </a:defRPr>
                      </a:lvl6pPr>
                      <a:lvl7pPr fontAlgn="base">
                        <a:spcBef>
                          <a:spcPct val="20000"/>
                        </a:spcBef>
                        <a:spcAft>
                          <a:spcPct val="0"/>
                        </a:spcAft>
                        <a:buClr>
                          <a:schemeClr val="accent1"/>
                        </a:buClr>
                        <a:defRPr>
                          <a:solidFill>
                            <a:schemeClr val="tx1"/>
                          </a:solidFill>
                          <a:latin typeface="Arial" panose="020B0604020202020204" pitchFamily="34" charset="0"/>
                        </a:defRPr>
                      </a:lvl7pPr>
                      <a:lvl8pPr fontAlgn="base">
                        <a:spcBef>
                          <a:spcPct val="20000"/>
                        </a:spcBef>
                        <a:spcAft>
                          <a:spcPct val="0"/>
                        </a:spcAft>
                        <a:buClr>
                          <a:schemeClr val="accent1"/>
                        </a:buClr>
                        <a:defRPr>
                          <a:solidFill>
                            <a:schemeClr val="tx1"/>
                          </a:solidFill>
                          <a:latin typeface="Arial" panose="020B0604020202020204" pitchFamily="34" charset="0"/>
                        </a:defRPr>
                      </a:lvl8pPr>
                      <a:lvl9pPr fontAlgn="base">
                        <a:spcBef>
                          <a:spcPct val="20000"/>
                        </a:spcBef>
                        <a:spcAft>
                          <a:spcPct val="0"/>
                        </a:spcAft>
                        <a:buClr>
                          <a:schemeClr val="accent1"/>
                        </a:buCl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10</a:t>
                      </a:r>
                      <a:r>
                        <a:rPr kumimoji="0" lang="en-US" altLang="en-US" sz="1600" b="0" i="0" u="none" strike="noStrike" cap="none" normalizeH="0" baseline="30000" dirty="0">
                          <a:ln>
                            <a:noFill/>
                          </a:ln>
                          <a:solidFill>
                            <a:schemeClr val="tx1"/>
                          </a:solidFill>
                          <a:effectLst/>
                          <a:latin typeface="Arial" panose="020B0604020202020204" pitchFamily="34" charset="0"/>
                        </a:rPr>
                        <a:t>8</a:t>
                      </a:r>
                      <a:r>
                        <a:rPr kumimoji="0" lang="en-US" altLang="en-US" sz="1600" b="0" i="0" u="none" strike="noStrike" cap="none" normalizeH="0" baseline="0" dirty="0">
                          <a:ln>
                            <a:noFill/>
                          </a:ln>
                          <a:solidFill>
                            <a:schemeClr val="tx1"/>
                          </a:solidFill>
                          <a:effectLst/>
                          <a:latin typeface="Arial" panose="020B0604020202020204" pitchFamily="34" charset="0"/>
                        </a:rPr>
                        <a:t> transistors</a:t>
                      </a:r>
                    </a:p>
                  </a:txBody>
                  <a:tcPr anchor="ctr" horzOverflow="overflow"/>
                </a:tc>
                <a:tc>
                  <a:txBody>
                    <a:bodyPr/>
                    <a:lstStyle>
                      <a:lvl1pPr>
                        <a:spcBef>
                          <a:spcPct val="20000"/>
                        </a:spcBef>
                        <a:buClr>
                          <a:schemeClr val="accent2"/>
                        </a:buClr>
                        <a:buSzPct val="80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1"/>
                        </a:buClr>
                        <a:buSzPct val="90000"/>
                        <a:defRPr sz="2400">
                          <a:solidFill>
                            <a:schemeClr val="tx1"/>
                          </a:solidFill>
                          <a:latin typeface="Arial" panose="020B0604020202020204" pitchFamily="34" charset="0"/>
                        </a:defRPr>
                      </a:lvl2pPr>
                      <a:lvl3pPr>
                        <a:spcBef>
                          <a:spcPct val="20000"/>
                        </a:spcBef>
                        <a:buClr>
                          <a:schemeClr val="accent1"/>
                        </a:buClr>
                        <a:buSzPct val="60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tx1"/>
                        </a:buClr>
                        <a:defRPr>
                          <a:solidFill>
                            <a:schemeClr val="tx1"/>
                          </a:solidFill>
                          <a:latin typeface="Arial" panose="020B0604020202020204" pitchFamily="34" charset="0"/>
                        </a:defRPr>
                      </a:lvl4pPr>
                      <a:lvl5pPr>
                        <a:spcBef>
                          <a:spcPct val="20000"/>
                        </a:spcBef>
                        <a:buClr>
                          <a:schemeClr val="accent1"/>
                        </a:buClr>
                        <a:defRPr>
                          <a:solidFill>
                            <a:schemeClr val="tx1"/>
                          </a:solidFill>
                          <a:latin typeface="Arial" panose="020B0604020202020204" pitchFamily="34" charset="0"/>
                        </a:defRPr>
                      </a:lvl5pPr>
                      <a:lvl6pPr fontAlgn="base">
                        <a:spcBef>
                          <a:spcPct val="20000"/>
                        </a:spcBef>
                        <a:spcAft>
                          <a:spcPct val="0"/>
                        </a:spcAft>
                        <a:buClr>
                          <a:schemeClr val="accent1"/>
                        </a:buClr>
                        <a:defRPr>
                          <a:solidFill>
                            <a:schemeClr val="tx1"/>
                          </a:solidFill>
                          <a:latin typeface="Arial" panose="020B0604020202020204" pitchFamily="34" charset="0"/>
                        </a:defRPr>
                      </a:lvl6pPr>
                      <a:lvl7pPr fontAlgn="base">
                        <a:spcBef>
                          <a:spcPct val="20000"/>
                        </a:spcBef>
                        <a:spcAft>
                          <a:spcPct val="0"/>
                        </a:spcAft>
                        <a:buClr>
                          <a:schemeClr val="accent1"/>
                        </a:buClr>
                        <a:defRPr>
                          <a:solidFill>
                            <a:schemeClr val="tx1"/>
                          </a:solidFill>
                          <a:latin typeface="Arial" panose="020B0604020202020204" pitchFamily="34" charset="0"/>
                        </a:defRPr>
                      </a:lvl7pPr>
                      <a:lvl8pPr fontAlgn="base">
                        <a:spcBef>
                          <a:spcPct val="20000"/>
                        </a:spcBef>
                        <a:spcAft>
                          <a:spcPct val="0"/>
                        </a:spcAft>
                        <a:buClr>
                          <a:schemeClr val="accent1"/>
                        </a:buClr>
                        <a:defRPr>
                          <a:solidFill>
                            <a:schemeClr val="tx1"/>
                          </a:solidFill>
                          <a:latin typeface="Arial" panose="020B0604020202020204" pitchFamily="34" charset="0"/>
                        </a:defRPr>
                      </a:lvl8pPr>
                      <a:lvl9pPr fontAlgn="base">
                        <a:spcBef>
                          <a:spcPct val="20000"/>
                        </a:spcBef>
                        <a:spcAft>
                          <a:spcPct val="0"/>
                        </a:spcAft>
                        <a:buClr>
                          <a:schemeClr val="accent1"/>
                        </a:buCl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10</a:t>
                      </a:r>
                      <a:r>
                        <a:rPr kumimoji="0" lang="en-US" altLang="en-US" sz="1600" b="0" i="0" u="none" strike="noStrike" cap="none" normalizeH="0" baseline="30000" dirty="0">
                          <a:ln>
                            <a:noFill/>
                          </a:ln>
                          <a:solidFill>
                            <a:schemeClr val="tx1"/>
                          </a:solidFill>
                          <a:effectLst/>
                          <a:latin typeface="Arial" panose="020B0604020202020204" pitchFamily="34" charset="0"/>
                        </a:rPr>
                        <a:t>-6</a:t>
                      </a:r>
                      <a:r>
                        <a:rPr kumimoji="0" lang="en-US" altLang="en-US" sz="1600" b="0" i="0" u="none" strike="noStrike" cap="none" normalizeH="0" baseline="0" dirty="0">
                          <a:ln>
                            <a:noFill/>
                          </a:ln>
                          <a:solidFill>
                            <a:schemeClr val="tx1"/>
                          </a:solidFill>
                          <a:effectLst/>
                          <a:latin typeface="Arial" panose="020B0604020202020204" pitchFamily="34" charset="0"/>
                        </a:rPr>
                        <a:t> m</a:t>
                      </a:r>
                    </a:p>
                  </a:txBody>
                  <a:tcPr anchor="ctr" horzOverflow="overflow"/>
                </a:tc>
                <a:tc>
                  <a:txBody>
                    <a:bodyPr/>
                    <a:lstStyle>
                      <a:lvl1pPr>
                        <a:spcBef>
                          <a:spcPct val="20000"/>
                        </a:spcBef>
                        <a:buClr>
                          <a:schemeClr val="accent2"/>
                        </a:buClr>
                        <a:buSzPct val="80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1"/>
                        </a:buClr>
                        <a:buSzPct val="90000"/>
                        <a:defRPr sz="2400">
                          <a:solidFill>
                            <a:schemeClr val="tx1"/>
                          </a:solidFill>
                          <a:latin typeface="Arial" panose="020B0604020202020204" pitchFamily="34" charset="0"/>
                        </a:defRPr>
                      </a:lvl2pPr>
                      <a:lvl3pPr>
                        <a:spcBef>
                          <a:spcPct val="20000"/>
                        </a:spcBef>
                        <a:buClr>
                          <a:schemeClr val="accent1"/>
                        </a:buClr>
                        <a:buSzPct val="60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tx1"/>
                        </a:buClr>
                        <a:defRPr>
                          <a:solidFill>
                            <a:schemeClr val="tx1"/>
                          </a:solidFill>
                          <a:latin typeface="Arial" panose="020B0604020202020204" pitchFamily="34" charset="0"/>
                        </a:defRPr>
                      </a:lvl4pPr>
                      <a:lvl5pPr>
                        <a:spcBef>
                          <a:spcPct val="20000"/>
                        </a:spcBef>
                        <a:buClr>
                          <a:schemeClr val="accent1"/>
                        </a:buClr>
                        <a:defRPr>
                          <a:solidFill>
                            <a:schemeClr val="tx1"/>
                          </a:solidFill>
                          <a:latin typeface="Arial" panose="020B0604020202020204" pitchFamily="34" charset="0"/>
                        </a:defRPr>
                      </a:lvl5pPr>
                      <a:lvl6pPr fontAlgn="base">
                        <a:spcBef>
                          <a:spcPct val="20000"/>
                        </a:spcBef>
                        <a:spcAft>
                          <a:spcPct val="0"/>
                        </a:spcAft>
                        <a:buClr>
                          <a:schemeClr val="accent1"/>
                        </a:buClr>
                        <a:defRPr>
                          <a:solidFill>
                            <a:schemeClr val="tx1"/>
                          </a:solidFill>
                          <a:latin typeface="Arial" panose="020B0604020202020204" pitchFamily="34" charset="0"/>
                        </a:defRPr>
                      </a:lvl6pPr>
                      <a:lvl7pPr fontAlgn="base">
                        <a:spcBef>
                          <a:spcPct val="20000"/>
                        </a:spcBef>
                        <a:spcAft>
                          <a:spcPct val="0"/>
                        </a:spcAft>
                        <a:buClr>
                          <a:schemeClr val="accent1"/>
                        </a:buClr>
                        <a:defRPr>
                          <a:solidFill>
                            <a:schemeClr val="tx1"/>
                          </a:solidFill>
                          <a:latin typeface="Arial" panose="020B0604020202020204" pitchFamily="34" charset="0"/>
                        </a:defRPr>
                      </a:lvl7pPr>
                      <a:lvl8pPr fontAlgn="base">
                        <a:spcBef>
                          <a:spcPct val="20000"/>
                        </a:spcBef>
                        <a:spcAft>
                          <a:spcPct val="0"/>
                        </a:spcAft>
                        <a:buClr>
                          <a:schemeClr val="accent1"/>
                        </a:buClr>
                        <a:defRPr>
                          <a:solidFill>
                            <a:schemeClr val="tx1"/>
                          </a:solidFill>
                          <a:latin typeface="Arial" panose="020B0604020202020204" pitchFamily="34" charset="0"/>
                        </a:defRPr>
                      </a:lvl8pPr>
                      <a:lvl9pPr fontAlgn="base">
                        <a:spcBef>
                          <a:spcPct val="20000"/>
                        </a:spcBef>
                        <a:spcAft>
                          <a:spcPct val="0"/>
                        </a:spcAft>
                        <a:buClr>
                          <a:schemeClr val="accent1"/>
                        </a:buCl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30 W (CPU)</a:t>
                      </a:r>
                    </a:p>
                  </a:txBody>
                  <a:tcPr anchor="ctr" horzOverflow="overflow"/>
                </a:tc>
                <a:tc>
                  <a:txBody>
                    <a:bodyPr/>
                    <a:lstStyle>
                      <a:lvl1pPr>
                        <a:spcBef>
                          <a:spcPct val="20000"/>
                        </a:spcBef>
                        <a:buClr>
                          <a:schemeClr val="accent2"/>
                        </a:buClr>
                        <a:buSzPct val="80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1"/>
                        </a:buClr>
                        <a:buSzPct val="90000"/>
                        <a:defRPr sz="2400">
                          <a:solidFill>
                            <a:schemeClr val="tx1"/>
                          </a:solidFill>
                          <a:latin typeface="Arial" panose="020B0604020202020204" pitchFamily="34" charset="0"/>
                        </a:defRPr>
                      </a:lvl2pPr>
                      <a:lvl3pPr>
                        <a:spcBef>
                          <a:spcPct val="20000"/>
                        </a:spcBef>
                        <a:buClr>
                          <a:schemeClr val="accent1"/>
                        </a:buClr>
                        <a:buSzPct val="60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tx1"/>
                        </a:buClr>
                        <a:defRPr>
                          <a:solidFill>
                            <a:schemeClr val="tx1"/>
                          </a:solidFill>
                          <a:latin typeface="Arial" panose="020B0604020202020204" pitchFamily="34" charset="0"/>
                        </a:defRPr>
                      </a:lvl4pPr>
                      <a:lvl5pPr>
                        <a:spcBef>
                          <a:spcPct val="20000"/>
                        </a:spcBef>
                        <a:buClr>
                          <a:schemeClr val="accent1"/>
                        </a:buClr>
                        <a:defRPr>
                          <a:solidFill>
                            <a:schemeClr val="tx1"/>
                          </a:solidFill>
                          <a:latin typeface="Arial" panose="020B0604020202020204" pitchFamily="34" charset="0"/>
                        </a:defRPr>
                      </a:lvl5pPr>
                      <a:lvl6pPr fontAlgn="base">
                        <a:spcBef>
                          <a:spcPct val="20000"/>
                        </a:spcBef>
                        <a:spcAft>
                          <a:spcPct val="0"/>
                        </a:spcAft>
                        <a:buClr>
                          <a:schemeClr val="accent1"/>
                        </a:buClr>
                        <a:defRPr>
                          <a:solidFill>
                            <a:schemeClr val="tx1"/>
                          </a:solidFill>
                          <a:latin typeface="Arial" panose="020B0604020202020204" pitchFamily="34" charset="0"/>
                        </a:defRPr>
                      </a:lvl6pPr>
                      <a:lvl7pPr fontAlgn="base">
                        <a:spcBef>
                          <a:spcPct val="20000"/>
                        </a:spcBef>
                        <a:spcAft>
                          <a:spcPct val="0"/>
                        </a:spcAft>
                        <a:buClr>
                          <a:schemeClr val="accent1"/>
                        </a:buClr>
                        <a:defRPr>
                          <a:solidFill>
                            <a:schemeClr val="tx1"/>
                          </a:solidFill>
                          <a:latin typeface="Arial" panose="020B0604020202020204" pitchFamily="34" charset="0"/>
                        </a:defRPr>
                      </a:lvl7pPr>
                      <a:lvl8pPr fontAlgn="base">
                        <a:spcBef>
                          <a:spcPct val="20000"/>
                        </a:spcBef>
                        <a:spcAft>
                          <a:spcPct val="0"/>
                        </a:spcAft>
                        <a:buClr>
                          <a:schemeClr val="accent1"/>
                        </a:buClr>
                        <a:defRPr>
                          <a:solidFill>
                            <a:schemeClr val="tx1"/>
                          </a:solidFill>
                          <a:latin typeface="Arial" panose="020B0604020202020204" pitchFamily="34" charset="0"/>
                        </a:defRPr>
                      </a:lvl8pPr>
                      <a:lvl9pPr fontAlgn="base">
                        <a:spcBef>
                          <a:spcPct val="20000"/>
                        </a:spcBef>
                        <a:spcAft>
                          <a:spcPct val="0"/>
                        </a:spcAft>
                        <a:buClr>
                          <a:schemeClr val="accent1"/>
                        </a:buCl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10</a:t>
                      </a:r>
                      <a:r>
                        <a:rPr kumimoji="0" lang="en-US" altLang="en-US" sz="1600" b="0" i="0" u="none" strike="noStrike" cap="none" normalizeH="0" baseline="30000" dirty="0">
                          <a:ln>
                            <a:noFill/>
                          </a:ln>
                          <a:solidFill>
                            <a:schemeClr val="tx1"/>
                          </a:solidFill>
                          <a:effectLst/>
                          <a:latin typeface="Arial" panose="020B0604020202020204" pitchFamily="34" charset="0"/>
                        </a:rPr>
                        <a:t>9</a:t>
                      </a:r>
                      <a:r>
                        <a:rPr kumimoji="0" lang="en-US" altLang="en-US" sz="1600" b="0" i="0" u="none" strike="noStrike" cap="none" normalizeH="0" baseline="0" dirty="0">
                          <a:ln>
                            <a:noFill/>
                          </a:ln>
                          <a:solidFill>
                            <a:schemeClr val="tx1"/>
                          </a:solidFill>
                          <a:effectLst/>
                          <a:latin typeface="Arial" panose="020B0604020202020204" pitchFamily="34" charset="0"/>
                        </a:rPr>
                        <a:t> Hz</a:t>
                      </a:r>
                    </a:p>
                  </a:txBody>
                  <a:tcPr anchor="ctr" horzOverflow="overflow"/>
                </a:tc>
                <a:tc>
                  <a:txBody>
                    <a:bodyPr/>
                    <a:lstStyle>
                      <a:lvl1pPr>
                        <a:spcBef>
                          <a:spcPct val="20000"/>
                        </a:spcBef>
                        <a:buClr>
                          <a:schemeClr val="accent2"/>
                        </a:buClr>
                        <a:buSzPct val="80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1"/>
                        </a:buClr>
                        <a:buSzPct val="90000"/>
                        <a:defRPr sz="2400">
                          <a:solidFill>
                            <a:schemeClr val="tx1"/>
                          </a:solidFill>
                          <a:latin typeface="Arial" panose="020B0604020202020204" pitchFamily="34" charset="0"/>
                        </a:defRPr>
                      </a:lvl2pPr>
                      <a:lvl3pPr>
                        <a:spcBef>
                          <a:spcPct val="20000"/>
                        </a:spcBef>
                        <a:buClr>
                          <a:schemeClr val="accent1"/>
                        </a:buClr>
                        <a:buSzPct val="60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tx1"/>
                        </a:buClr>
                        <a:defRPr>
                          <a:solidFill>
                            <a:schemeClr val="tx1"/>
                          </a:solidFill>
                          <a:latin typeface="Arial" panose="020B0604020202020204" pitchFamily="34" charset="0"/>
                        </a:defRPr>
                      </a:lvl4pPr>
                      <a:lvl5pPr>
                        <a:spcBef>
                          <a:spcPct val="20000"/>
                        </a:spcBef>
                        <a:buClr>
                          <a:schemeClr val="accent1"/>
                        </a:buClr>
                        <a:defRPr>
                          <a:solidFill>
                            <a:schemeClr val="tx1"/>
                          </a:solidFill>
                          <a:latin typeface="Arial" panose="020B0604020202020204" pitchFamily="34" charset="0"/>
                        </a:defRPr>
                      </a:lvl5pPr>
                      <a:lvl6pPr fontAlgn="base">
                        <a:spcBef>
                          <a:spcPct val="20000"/>
                        </a:spcBef>
                        <a:spcAft>
                          <a:spcPct val="0"/>
                        </a:spcAft>
                        <a:buClr>
                          <a:schemeClr val="accent1"/>
                        </a:buClr>
                        <a:defRPr>
                          <a:solidFill>
                            <a:schemeClr val="tx1"/>
                          </a:solidFill>
                          <a:latin typeface="Arial" panose="020B0604020202020204" pitchFamily="34" charset="0"/>
                        </a:defRPr>
                      </a:lvl6pPr>
                      <a:lvl7pPr fontAlgn="base">
                        <a:spcBef>
                          <a:spcPct val="20000"/>
                        </a:spcBef>
                        <a:spcAft>
                          <a:spcPct val="0"/>
                        </a:spcAft>
                        <a:buClr>
                          <a:schemeClr val="accent1"/>
                        </a:buClr>
                        <a:defRPr>
                          <a:solidFill>
                            <a:schemeClr val="tx1"/>
                          </a:solidFill>
                          <a:latin typeface="Arial" panose="020B0604020202020204" pitchFamily="34" charset="0"/>
                        </a:defRPr>
                      </a:lvl7pPr>
                      <a:lvl8pPr fontAlgn="base">
                        <a:spcBef>
                          <a:spcPct val="20000"/>
                        </a:spcBef>
                        <a:spcAft>
                          <a:spcPct val="0"/>
                        </a:spcAft>
                        <a:buClr>
                          <a:schemeClr val="accent1"/>
                        </a:buClr>
                        <a:defRPr>
                          <a:solidFill>
                            <a:schemeClr val="tx1"/>
                          </a:solidFill>
                          <a:latin typeface="Arial" panose="020B0604020202020204" pitchFamily="34" charset="0"/>
                        </a:defRPr>
                      </a:lvl8pPr>
                      <a:lvl9pPr fontAlgn="base">
                        <a:spcBef>
                          <a:spcPct val="20000"/>
                        </a:spcBef>
                        <a:spcAft>
                          <a:spcPct val="0"/>
                        </a:spcAft>
                        <a:buClr>
                          <a:schemeClr val="accent1"/>
                        </a:buCl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serial, centralized</a:t>
                      </a:r>
                    </a:p>
                  </a:txBody>
                  <a:tcPr anchor="ctr" horzOverflow="overflow"/>
                </a:tc>
                <a:tc>
                  <a:txBody>
                    <a:bodyPr/>
                    <a:lstStyle>
                      <a:lvl1pPr>
                        <a:spcBef>
                          <a:spcPct val="20000"/>
                        </a:spcBef>
                        <a:buClr>
                          <a:schemeClr val="accent2"/>
                        </a:buClr>
                        <a:buSzPct val="80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1"/>
                        </a:buClr>
                        <a:buSzPct val="90000"/>
                        <a:defRPr sz="2400">
                          <a:solidFill>
                            <a:schemeClr val="tx1"/>
                          </a:solidFill>
                          <a:latin typeface="Arial" panose="020B0604020202020204" pitchFamily="34" charset="0"/>
                        </a:defRPr>
                      </a:lvl2pPr>
                      <a:lvl3pPr>
                        <a:spcBef>
                          <a:spcPct val="20000"/>
                        </a:spcBef>
                        <a:buClr>
                          <a:schemeClr val="accent1"/>
                        </a:buClr>
                        <a:buSzPct val="60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tx1"/>
                        </a:buClr>
                        <a:defRPr>
                          <a:solidFill>
                            <a:schemeClr val="tx1"/>
                          </a:solidFill>
                          <a:latin typeface="Arial" panose="020B0604020202020204" pitchFamily="34" charset="0"/>
                        </a:defRPr>
                      </a:lvl4pPr>
                      <a:lvl5pPr>
                        <a:spcBef>
                          <a:spcPct val="20000"/>
                        </a:spcBef>
                        <a:buClr>
                          <a:schemeClr val="accent1"/>
                        </a:buClr>
                        <a:defRPr>
                          <a:solidFill>
                            <a:schemeClr val="tx1"/>
                          </a:solidFill>
                          <a:latin typeface="Arial" panose="020B0604020202020204" pitchFamily="34" charset="0"/>
                        </a:defRPr>
                      </a:lvl5pPr>
                      <a:lvl6pPr fontAlgn="base">
                        <a:spcBef>
                          <a:spcPct val="20000"/>
                        </a:spcBef>
                        <a:spcAft>
                          <a:spcPct val="0"/>
                        </a:spcAft>
                        <a:buClr>
                          <a:schemeClr val="accent1"/>
                        </a:buClr>
                        <a:defRPr>
                          <a:solidFill>
                            <a:schemeClr val="tx1"/>
                          </a:solidFill>
                          <a:latin typeface="Arial" panose="020B0604020202020204" pitchFamily="34" charset="0"/>
                        </a:defRPr>
                      </a:lvl6pPr>
                      <a:lvl7pPr fontAlgn="base">
                        <a:spcBef>
                          <a:spcPct val="20000"/>
                        </a:spcBef>
                        <a:spcAft>
                          <a:spcPct val="0"/>
                        </a:spcAft>
                        <a:buClr>
                          <a:schemeClr val="accent1"/>
                        </a:buClr>
                        <a:defRPr>
                          <a:solidFill>
                            <a:schemeClr val="tx1"/>
                          </a:solidFill>
                          <a:latin typeface="Arial" panose="020B0604020202020204" pitchFamily="34" charset="0"/>
                        </a:defRPr>
                      </a:lvl7pPr>
                      <a:lvl8pPr fontAlgn="base">
                        <a:spcBef>
                          <a:spcPct val="20000"/>
                        </a:spcBef>
                        <a:spcAft>
                          <a:spcPct val="0"/>
                        </a:spcAft>
                        <a:buClr>
                          <a:schemeClr val="accent1"/>
                        </a:buClr>
                        <a:defRPr>
                          <a:solidFill>
                            <a:schemeClr val="tx1"/>
                          </a:solidFill>
                          <a:latin typeface="Arial" panose="020B0604020202020204" pitchFamily="34" charset="0"/>
                        </a:defRPr>
                      </a:lvl8pPr>
                      <a:lvl9pPr fontAlgn="base">
                        <a:spcBef>
                          <a:spcPct val="20000"/>
                        </a:spcBef>
                        <a:spcAft>
                          <a:spcPct val="0"/>
                        </a:spcAft>
                        <a:buClr>
                          <a:schemeClr val="accent1"/>
                        </a:buCl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no</a:t>
                      </a:r>
                    </a:p>
                  </a:txBody>
                  <a:tcPr anchor="ctr" horzOverflow="overflow"/>
                </a:tc>
                <a:tc>
                  <a:txBody>
                    <a:bodyPr/>
                    <a:lstStyle>
                      <a:lvl1pPr>
                        <a:spcBef>
                          <a:spcPct val="20000"/>
                        </a:spcBef>
                        <a:buClr>
                          <a:schemeClr val="accent2"/>
                        </a:buClr>
                        <a:buSzPct val="80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1"/>
                        </a:buClr>
                        <a:buSzPct val="90000"/>
                        <a:defRPr sz="2400">
                          <a:solidFill>
                            <a:schemeClr val="tx1"/>
                          </a:solidFill>
                          <a:latin typeface="Arial" panose="020B0604020202020204" pitchFamily="34" charset="0"/>
                        </a:defRPr>
                      </a:lvl2pPr>
                      <a:lvl3pPr>
                        <a:spcBef>
                          <a:spcPct val="20000"/>
                        </a:spcBef>
                        <a:buClr>
                          <a:schemeClr val="accent1"/>
                        </a:buClr>
                        <a:buSzPct val="60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tx1"/>
                        </a:buClr>
                        <a:defRPr>
                          <a:solidFill>
                            <a:schemeClr val="tx1"/>
                          </a:solidFill>
                          <a:latin typeface="Arial" panose="020B0604020202020204" pitchFamily="34" charset="0"/>
                        </a:defRPr>
                      </a:lvl4pPr>
                      <a:lvl5pPr>
                        <a:spcBef>
                          <a:spcPct val="20000"/>
                        </a:spcBef>
                        <a:buClr>
                          <a:schemeClr val="accent1"/>
                        </a:buClr>
                        <a:defRPr>
                          <a:solidFill>
                            <a:schemeClr val="tx1"/>
                          </a:solidFill>
                          <a:latin typeface="Arial" panose="020B0604020202020204" pitchFamily="34" charset="0"/>
                        </a:defRPr>
                      </a:lvl5pPr>
                      <a:lvl6pPr fontAlgn="base">
                        <a:spcBef>
                          <a:spcPct val="20000"/>
                        </a:spcBef>
                        <a:spcAft>
                          <a:spcPct val="0"/>
                        </a:spcAft>
                        <a:buClr>
                          <a:schemeClr val="accent1"/>
                        </a:buClr>
                        <a:defRPr>
                          <a:solidFill>
                            <a:schemeClr val="tx1"/>
                          </a:solidFill>
                          <a:latin typeface="Arial" panose="020B0604020202020204" pitchFamily="34" charset="0"/>
                        </a:defRPr>
                      </a:lvl6pPr>
                      <a:lvl7pPr fontAlgn="base">
                        <a:spcBef>
                          <a:spcPct val="20000"/>
                        </a:spcBef>
                        <a:spcAft>
                          <a:spcPct val="0"/>
                        </a:spcAft>
                        <a:buClr>
                          <a:schemeClr val="accent1"/>
                        </a:buClr>
                        <a:defRPr>
                          <a:solidFill>
                            <a:schemeClr val="tx1"/>
                          </a:solidFill>
                          <a:latin typeface="Arial" panose="020B0604020202020204" pitchFamily="34" charset="0"/>
                        </a:defRPr>
                      </a:lvl7pPr>
                      <a:lvl8pPr fontAlgn="base">
                        <a:spcBef>
                          <a:spcPct val="20000"/>
                        </a:spcBef>
                        <a:spcAft>
                          <a:spcPct val="0"/>
                        </a:spcAft>
                        <a:buClr>
                          <a:schemeClr val="accent1"/>
                        </a:buClr>
                        <a:defRPr>
                          <a:solidFill>
                            <a:schemeClr val="tx1"/>
                          </a:solidFill>
                          <a:latin typeface="Arial" panose="020B0604020202020204" pitchFamily="34" charset="0"/>
                        </a:defRPr>
                      </a:lvl8pPr>
                      <a:lvl9pPr fontAlgn="base">
                        <a:spcBef>
                          <a:spcPct val="20000"/>
                        </a:spcBef>
                        <a:spcAft>
                          <a:spcPct val="0"/>
                        </a:spcAft>
                        <a:buClr>
                          <a:schemeClr val="accent1"/>
                        </a:buCl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a little</a:t>
                      </a:r>
                    </a:p>
                  </a:txBody>
                  <a:tcPr anchor="ctr" horzOverflow="overflow"/>
                </a:tc>
                <a:tc>
                  <a:txBody>
                    <a:bodyPr/>
                    <a:lstStyle>
                      <a:lvl1pPr>
                        <a:spcBef>
                          <a:spcPct val="20000"/>
                        </a:spcBef>
                        <a:buClr>
                          <a:schemeClr val="accent2"/>
                        </a:buClr>
                        <a:buSzPct val="80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tx1"/>
                        </a:buClr>
                        <a:buSzPct val="90000"/>
                        <a:defRPr sz="2400">
                          <a:solidFill>
                            <a:schemeClr val="tx1"/>
                          </a:solidFill>
                          <a:latin typeface="Arial" panose="020B0604020202020204" pitchFamily="34" charset="0"/>
                        </a:defRPr>
                      </a:lvl2pPr>
                      <a:lvl3pPr>
                        <a:spcBef>
                          <a:spcPct val="20000"/>
                        </a:spcBef>
                        <a:buClr>
                          <a:schemeClr val="accent1"/>
                        </a:buClr>
                        <a:buSzPct val="60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tx1"/>
                        </a:buClr>
                        <a:defRPr>
                          <a:solidFill>
                            <a:schemeClr val="tx1"/>
                          </a:solidFill>
                          <a:latin typeface="Arial" panose="020B0604020202020204" pitchFamily="34" charset="0"/>
                        </a:defRPr>
                      </a:lvl4pPr>
                      <a:lvl5pPr>
                        <a:spcBef>
                          <a:spcPct val="20000"/>
                        </a:spcBef>
                        <a:buClr>
                          <a:schemeClr val="accent1"/>
                        </a:buClr>
                        <a:defRPr>
                          <a:solidFill>
                            <a:schemeClr val="tx1"/>
                          </a:solidFill>
                          <a:latin typeface="Arial" panose="020B0604020202020204" pitchFamily="34" charset="0"/>
                        </a:defRPr>
                      </a:lvl5pPr>
                      <a:lvl6pPr fontAlgn="base">
                        <a:spcBef>
                          <a:spcPct val="20000"/>
                        </a:spcBef>
                        <a:spcAft>
                          <a:spcPct val="0"/>
                        </a:spcAft>
                        <a:buClr>
                          <a:schemeClr val="accent1"/>
                        </a:buClr>
                        <a:defRPr>
                          <a:solidFill>
                            <a:schemeClr val="tx1"/>
                          </a:solidFill>
                          <a:latin typeface="Arial" panose="020B0604020202020204" pitchFamily="34" charset="0"/>
                        </a:defRPr>
                      </a:lvl6pPr>
                      <a:lvl7pPr fontAlgn="base">
                        <a:spcBef>
                          <a:spcPct val="20000"/>
                        </a:spcBef>
                        <a:spcAft>
                          <a:spcPct val="0"/>
                        </a:spcAft>
                        <a:buClr>
                          <a:schemeClr val="accent1"/>
                        </a:buClr>
                        <a:defRPr>
                          <a:solidFill>
                            <a:schemeClr val="tx1"/>
                          </a:solidFill>
                          <a:latin typeface="Arial" panose="020B0604020202020204" pitchFamily="34" charset="0"/>
                        </a:defRPr>
                      </a:lvl7pPr>
                      <a:lvl8pPr fontAlgn="base">
                        <a:spcBef>
                          <a:spcPct val="20000"/>
                        </a:spcBef>
                        <a:spcAft>
                          <a:spcPct val="0"/>
                        </a:spcAft>
                        <a:buClr>
                          <a:schemeClr val="accent1"/>
                        </a:buClr>
                        <a:defRPr>
                          <a:solidFill>
                            <a:schemeClr val="tx1"/>
                          </a:solidFill>
                          <a:latin typeface="Arial" panose="020B0604020202020204" pitchFamily="34" charset="0"/>
                        </a:defRPr>
                      </a:lvl8pPr>
                      <a:lvl9pPr fontAlgn="base">
                        <a:spcBef>
                          <a:spcPct val="20000"/>
                        </a:spcBef>
                        <a:spcAft>
                          <a:spcPct val="0"/>
                        </a:spcAft>
                        <a:buClr>
                          <a:schemeClr val="accent1"/>
                        </a:buCl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not (yet)</a:t>
                      </a:r>
                    </a:p>
                  </a:txBody>
                  <a:tcPr anchor="ctr" horzOverflow="overflow"/>
                </a:tc>
                <a:extLst>
                  <a:ext uri="{0D108BD9-81ED-4DB2-BD59-A6C34878D82A}">
                    <a16:rowId xmlns:a16="http://schemas.microsoft.com/office/drawing/2014/main" val="227533883"/>
                  </a:ext>
                </a:extLst>
              </a:tr>
            </a:tbl>
          </a:graphicData>
        </a:graphic>
      </p:graphicFrame>
      <p:pic>
        <p:nvPicPr>
          <p:cNvPr id="6" name="Picture 5">
            <a:extLst>
              <a:ext uri="{FF2B5EF4-FFF2-40B4-BE49-F238E27FC236}">
                <a16:creationId xmlns:a16="http://schemas.microsoft.com/office/drawing/2014/main" id="{C4ABF7A2-A36A-4109-B148-BBF905ABD911}"/>
              </a:ext>
            </a:extLst>
          </p:cNvPr>
          <p:cNvPicPr>
            <a:picLocks noChangeAspect="1"/>
          </p:cNvPicPr>
          <p:nvPr/>
        </p:nvPicPr>
        <p:blipFill>
          <a:blip r:embed="rId2"/>
          <a:stretch>
            <a:fillRect/>
          </a:stretch>
        </p:blipFill>
        <p:spPr>
          <a:xfrm>
            <a:off x="1280470" y="3655980"/>
            <a:ext cx="853514" cy="774629"/>
          </a:xfrm>
          <a:prstGeom prst="rect">
            <a:avLst/>
          </a:prstGeom>
        </p:spPr>
      </p:pic>
      <p:pic>
        <p:nvPicPr>
          <p:cNvPr id="7" name="Picture 31" descr="brain cortex">
            <a:extLst>
              <a:ext uri="{FF2B5EF4-FFF2-40B4-BE49-F238E27FC236}">
                <a16:creationId xmlns:a16="http://schemas.microsoft.com/office/drawing/2014/main" id="{A20D140E-D058-4B53-A0C7-62AE9A1A92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0470" y="4632997"/>
            <a:ext cx="85725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82878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8D3C1A2F-D7AE-4050-87CA-87EA2C3E578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SzPct val="75000"/>
              <a:buFont typeface="Wingdings" panose="05000000000000000000" pitchFamily="2" charset="2"/>
              <a:buChar char="l"/>
              <a:defRPr kumimoji="1" sz="2800">
                <a:solidFill>
                  <a:schemeClr val="tx1"/>
                </a:solidFill>
                <a:latin typeface="Arial" panose="020B0604020202020204" pitchFamily="34" charset="0"/>
                <a:ea typeface="PMingLiU" panose="02020500000000000000" pitchFamily="18" charset="-120"/>
              </a:defRPr>
            </a:lvl1pPr>
            <a:lvl2pPr marL="742950" indent="-285750">
              <a:spcBef>
                <a:spcPct val="20000"/>
              </a:spcBef>
              <a:buClr>
                <a:schemeClr val="tx1"/>
              </a:buClr>
              <a:buSzPct val="75000"/>
              <a:buChar char="–"/>
              <a:defRPr kumimoji="1" sz="2400">
                <a:solidFill>
                  <a:schemeClr val="tx1"/>
                </a:solidFill>
                <a:latin typeface="Arial" panose="020B0604020202020204" pitchFamily="34" charset="0"/>
                <a:ea typeface="PMingLiU" panose="02020500000000000000" pitchFamily="18" charset="-120"/>
              </a:defRPr>
            </a:lvl2pPr>
            <a:lvl3pPr marL="1143000" indent="-228600">
              <a:spcBef>
                <a:spcPct val="20000"/>
              </a:spcBef>
              <a:buClr>
                <a:schemeClr val="tx1"/>
              </a:buClr>
              <a:buSzPct val="75000"/>
              <a:buFont typeface="Wingdings" panose="05000000000000000000" pitchFamily="2" charset="2"/>
              <a:buChar char="l"/>
              <a:defRPr kumimoji="1" sz="2000">
                <a:solidFill>
                  <a:schemeClr val="tx1"/>
                </a:solidFill>
                <a:latin typeface="Arial" panose="020B0604020202020204" pitchFamily="34" charset="0"/>
                <a:ea typeface="PMingLiU" panose="02020500000000000000" pitchFamily="18" charset="-120"/>
              </a:defRPr>
            </a:lvl3pPr>
            <a:lvl4pPr marL="1600200" indent="-228600">
              <a:spcBef>
                <a:spcPct val="20000"/>
              </a:spcBef>
              <a:buClr>
                <a:schemeClr val="tx1"/>
              </a:buClr>
              <a:buSzPct val="80000"/>
              <a:buChar char="–"/>
              <a:defRPr kumimoji="1">
                <a:solidFill>
                  <a:schemeClr val="tx1"/>
                </a:solidFill>
                <a:latin typeface="Arial" panose="020B0604020202020204" pitchFamily="34" charset="0"/>
                <a:ea typeface="PMingLiU" panose="02020500000000000000" pitchFamily="18" charset="-120"/>
              </a:defRPr>
            </a:lvl4pPr>
            <a:lvl5pPr marL="2057400" indent="-228600">
              <a:spcBef>
                <a:spcPct val="20000"/>
              </a:spcBef>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9pPr>
          </a:lstStyle>
          <a:p>
            <a:pPr fontAlgn="base">
              <a:spcBef>
                <a:spcPct val="0"/>
              </a:spcBef>
              <a:spcAft>
                <a:spcPct val="0"/>
              </a:spcAft>
              <a:buClrTx/>
              <a:buSzTx/>
              <a:buNone/>
            </a:pPr>
            <a:fld id="{163FADBC-2966-4E04-AE36-3D4039254191}" type="slidenum">
              <a:rPr kumimoji="0" lang="en-US" altLang="zh-TW" sz="2600">
                <a:solidFill>
                  <a:srgbClr val="FFFFFF"/>
                </a:solidFill>
              </a:rPr>
              <a:pPr fontAlgn="base">
                <a:spcBef>
                  <a:spcPct val="0"/>
                </a:spcBef>
                <a:spcAft>
                  <a:spcPct val="0"/>
                </a:spcAft>
                <a:buClrTx/>
                <a:buSzTx/>
                <a:buNone/>
              </a:pPr>
              <a:t>6</a:t>
            </a:fld>
            <a:endParaRPr kumimoji="0" lang="en-US" altLang="zh-TW" sz="2600">
              <a:solidFill>
                <a:srgbClr val="FFFFFF"/>
              </a:solidFill>
            </a:endParaRPr>
          </a:p>
        </p:txBody>
      </p:sp>
      <p:sp>
        <p:nvSpPr>
          <p:cNvPr id="8195" name="AutoShape 2">
            <a:extLst>
              <a:ext uri="{FF2B5EF4-FFF2-40B4-BE49-F238E27FC236}">
                <a16:creationId xmlns:a16="http://schemas.microsoft.com/office/drawing/2014/main" id="{42FF3043-E142-4D31-BB26-660E12746083}"/>
              </a:ext>
            </a:extLst>
          </p:cNvPr>
          <p:cNvSpPr>
            <a:spLocks noGrp="1" noChangeArrowheads="1"/>
          </p:cNvSpPr>
          <p:nvPr>
            <p:ph type="title"/>
          </p:nvPr>
        </p:nvSpPr>
        <p:spPr>
          <a:xfrm>
            <a:off x="2205039" y="765175"/>
            <a:ext cx="8275637" cy="1143000"/>
          </a:xfrm>
        </p:spPr>
        <p:txBody>
          <a:bodyPr/>
          <a:lstStyle/>
          <a:p>
            <a:pPr eaLnBrk="1" hangingPunct="1"/>
            <a:r>
              <a:rPr lang="en-US" altLang="zh-TW" sz="3200" dirty="0"/>
              <a:t>Benefits/Advantages of Neural Networks</a:t>
            </a:r>
          </a:p>
        </p:txBody>
      </p:sp>
      <p:sp>
        <p:nvSpPr>
          <p:cNvPr id="7171" name="Rectangle 3">
            <a:extLst>
              <a:ext uri="{FF2B5EF4-FFF2-40B4-BE49-F238E27FC236}">
                <a16:creationId xmlns:a16="http://schemas.microsoft.com/office/drawing/2014/main" id="{5200EA32-C657-4794-BE30-DDB137DC3B12}"/>
              </a:ext>
            </a:extLst>
          </p:cNvPr>
          <p:cNvSpPr>
            <a:spLocks noGrp="1" noChangeArrowheads="1"/>
          </p:cNvSpPr>
          <p:nvPr>
            <p:ph type="body" idx="1"/>
          </p:nvPr>
        </p:nvSpPr>
        <p:spPr>
          <a:xfrm>
            <a:off x="1645920" y="2409825"/>
            <a:ext cx="10433895" cy="4448175"/>
          </a:xfrm>
        </p:spPr>
        <p:txBody>
          <a:bodyPr/>
          <a:lstStyle/>
          <a:p>
            <a:pPr eaLnBrk="1" hangingPunct="1">
              <a:lnSpc>
                <a:spcPct val="90000"/>
              </a:lnSpc>
              <a:defRPr/>
            </a:pPr>
            <a:r>
              <a:rPr lang="en-US" altLang="zh-TW" sz="2200" dirty="0">
                <a:ea typeface="+mn-ea"/>
              </a:rPr>
              <a:t>The computing power of neural networks</a:t>
            </a:r>
          </a:p>
          <a:p>
            <a:pPr lvl="1" eaLnBrk="1" hangingPunct="1">
              <a:lnSpc>
                <a:spcPct val="90000"/>
              </a:lnSpc>
              <a:defRPr/>
            </a:pPr>
            <a:r>
              <a:rPr lang="en-US" altLang="zh-TW" sz="2000" dirty="0">
                <a:ea typeface="+mn-ea"/>
              </a:rPr>
              <a:t>Massively parallel distributed structure</a:t>
            </a:r>
          </a:p>
          <a:p>
            <a:pPr lvl="1" eaLnBrk="1" hangingPunct="1">
              <a:lnSpc>
                <a:spcPct val="90000"/>
              </a:lnSpc>
              <a:defRPr/>
            </a:pPr>
            <a:r>
              <a:rPr lang="en-US" altLang="zh-TW" sz="2000" dirty="0">
                <a:ea typeface="+mn-ea"/>
              </a:rPr>
              <a:t>Ability to learn and therefore generalize(</a:t>
            </a:r>
            <a:r>
              <a:rPr lang="en-US" altLang="zh-TW" sz="1600" dirty="0">
                <a:ea typeface="+mn-ea"/>
              </a:rPr>
              <a:t>produce reasonable output for inputs not used during training</a:t>
            </a:r>
            <a:r>
              <a:rPr lang="en-US" altLang="zh-TW" sz="2000" dirty="0">
                <a:ea typeface="+mn-ea"/>
              </a:rPr>
              <a:t>).</a:t>
            </a:r>
          </a:p>
          <a:p>
            <a:pPr marL="0" lvl="1" indent="0" eaLnBrk="1" hangingPunct="1">
              <a:lnSpc>
                <a:spcPct val="90000"/>
              </a:lnSpc>
              <a:buNone/>
              <a:defRPr/>
            </a:pPr>
            <a:r>
              <a:rPr lang="en-US" altLang="zh-TW" sz="2000" dirty="0">
                <a:ea typeface="+mn-ea"/>
              </a:rPr>
              <a:t>These two information processing abilities makes it possible for neural network to solve complex problems.</a:t>
            </a:r>
          </a:p>
          <a:p>
            <a:pPr marL="0" lvl="1" indent="0" eaLnBrk="1" hangingPunct="1">
              <a:lnSpc>
                <a:spcPct val="90000"/>
              </a:lnSpc>
              <a:buNone/>
              <a:defRPr/>
            </a:pPr>
            <a:endParaRPr lang="en-US" altLang="zh-TW" sz="2000" dirty="0">
              <a:ea typeface="+mn-ea"/>
            </a:endParaRPr>
          </a:p>
          <a:p>
            <a:pPr marL="174625" lvl="1" indent="-174625" eaLnBrk="1" hangingPunct="1">
              <a:lnSpc>
                <a:spcPct val="90000"/>
              </a:lnSpc>
              <a:buSzPct val="150000"/>
              <a:buFont typeface="Arial" panose="020B0604020202020204" pitchFamily="34" charset="0"/>
              <a:buChar char="•"/>
              <a:defRPr/>
            </a:pPr>
            <a:r>
              <a:rPr lang="en-US" altLang="zh-TW" sz="2200" dirty="0">
                <a:ea typeface="+mn-ea"/>
              </a:rPr>
              <a:t>Advantages of neural networks:</a:t>
            </a:r>
          </a:p>
          <a:p>
            <a:pPr marL="174625" lvl="1" indent="-174625" eaLnBrk="1" hangingPunct="1">
              <a:lnSpc>
                <a:spcPct val="90000"/>
              </a:lnSpc>
              <a:buSzPct val="150000"/>
              <a:buFont typeface="Arial" panose="020B0604020202020204" pitchFamily="34" charset="0"/>
              <a:buChar char="•"/>
              <a:defRPr/>
            </a:pPr>
            <a:r>
              <a:rPr lang="en-US" altLang="zh-TW" sz="2000" b="1" dirty="0">
                <a:ea typeface="+mn-ea"/>
              </a:rPr>
              <a:t>Highly parallel nature</a:t>
            </a:r>
            <a:r>
              <a:rPr lang="en-US" altLang="zh-TW" dirty="0">
                <a:ea typeface="+mn-ea"/>
              </a:rPr>
              <a:t>: </a:t>
            </a:r>
            <a:r>
              <a:rPr lang="en-US" altLang="zh-TW" sz="1800" dirty="0">
                <a:ea typeface="+mn-ea"/>
              </a:rPr>
              <a:t>It improves the speed of the network</a:t>
            </a:r>
          </a:p>
          <a:p>
            <a:pPr marL="174625" lvl="1" indent="-174625" eaLnBrk="1" hangingPunct="1">
              <a:lnSpc>
                <a:spcPct val="90000"/>
              </a:lnSpc>
              <a:buSzPct val="150000"/>
              <a:buFont typeface="Arial" panose="020B0604020202020204" pitchFamily="34" charset="0"/>
              <a:buChar char="•"/>
              <a:defRPr/>
            </a:pPr>
            <a:endParaRPr lang="en-US" altLang="zh-TW" sz="1800" dirty="0">
              <a:ea typeface="+mn-ea"/>
            </a:endParaRPr>
          </a:p>
          <a:p>
            <a:pPr marL="174625" lvl="1" indent="-174625" eaLnBrk="1" hangingPunct="1">
              <a:lnSpc>
                <a:spcPct val="90000"/>
              </a:lnSpc>
              <a:buSzPct val="150000"/>
              <a:buFont typeface="Arial" panose="020B0604020202020204" pitchFamily="34" charset="0"/>
              <a:buChar char="•"/>
              <a:defRPr/>
            </a:pPr>
            <a:r>
              <a:rPr lang="en-US" altLang="zh-TW" sz="2000" b="1" dirty="0">
                <a:ea typeface="+mn-ea"/>
              </a:rPr>
              <a:t>Nonlinearity</a:t>
            </a:r>
            <a:r>
              <a:rPr lang="en-US" altLang="zh-TW" sz="2000" dirty="0">
                <a:ea typeface="+mn-ea"/>
              </a:rPr>
              <a:t>: </a:t>
            </a:r>
            <a:r>
              <a:rPr lang="en-US" altLang="zh-TW" sz="1800" dirty="0">
                <a:ea typeface="+mn-ea"/>
              </a:rPr>
              <a:t>Nonlinearity is important property while dealing with the inputs that are nonlinear in nature. </a:t>
            </a:r>
            <a:r>
              <a:rPr lang="en-US" altLang="zh-TW" sz="1800" dirty="0" err="1">
                <a:ea typeface="+mn-ea"/>
              </a:rPr>
              <a:t>Eg</a:t>
            </a:r>
            <a:r>
              <a:rPr lang="en-US" altLang="zh-TW" sz="1800" dirty="0">
                <a:ea typeface="+mn-ea"/>
              </a:rPr>
              <a:t>: speech signal, biomedical signals etc. An artificial neural network being non linear in nature, plays vital role for modeling many practical applications.</a:t>
            </a:r>
          </a:p>
          <a:p>
            <a:pPr marL="174625" lvl="1" indent="-174625" eaLnBrk="1" hangingPunct="1">
              <a:lnSpc>
                <a:spcPct val="90000"/>
              </a:lnSpc>
              <a:buSzPct val="150000"/>
              <a:buFont typeface="Arial" panose="020B0604020202020204" pitchFamily="34" charset="0"/>
              <a:buChar char="•"/>
              <a:defRPr/>
            </a:pPr>
            <a:endParaRPr lang="en-US" altLang="zh-TW" sz="1800" dirty="0">
              <a:ea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AF8744A7-030C-479B-9B44-C461FE92A0E1}"/>
              </a:ext>
            </a:extLst>
          </p:cNvPr>
          <p:cNvSpPr>
            <a:spLocks noGrp="1" noChangeArrowheads="1"/>
          </p:cNvSpPr>
          <p:nvPr>
            <p:ph type="title"/>
          </p:nvPr>
        </p:nvSpPr>
        <p:spPr>
          <a:xfrm>
            <a:off x="2286000" y="762000"/>
            <a:ext cx="8274050" cy="1143000"/>
          </a:xfrm>
        </p:spPr>
        <p:txBody>
          <a:bodyPr/>
          <a:lstStyle/>
          <a:p>
            <a:pPr eaLnBrk="1" hangingPunct="1"/>
            <a:r>
              <a:rPr lang="en-US" altLang="zh-TW" sz="3200" dirty="0">
                <a:solidFill>
                  <a:srgbClr val="006666"/>
                </a:solidFill>
              </a:rPr>
              <a:t>Benefits/Advantages of Neural Networks</a:t>
            </a:r>
            <a:endParaRPr lang="en-IN" altLang="en-US" dirty="0"/>
          </a:p>
        </p:txBody>
      </p:sp>
      <p:sp>
        <p:nvSpPr>
          <p:cNvPr id="3" name="Content Placeholder 2">
            <a:extLst>
              <a:ext uri="{FF2B5EF4-FFF2-40B4-BE49-F238E27FC236}">
                <a16:creationId xmlns:a16="http://schemas.microsoft.com/office/drawing/2014/main" id="{0BB90CA2-EFC5-461C-8075-3FD269698D05}"/>
              </a:ext>
            </a:extLst>
          </p:cNvPr>
          <p:cNvSpPr>
            <a:spLocks noGrp="1"/>
          </p:cNvSpPr>
          <p:nvPr>
            <p:ph idx="1"/>
          </p:nvPr>
        </p:nvSpPr>
        <p:spPr>
          <a:xfrm>
            <a:off x="1118937" y="2276476"/>
            <a:ext cx="10635916" cy="4581525"/>
          </a:xfrm>
        </p:spPr>
        <p:txBody>
          <a:bodyPr/>
          <a:lstStyle/>
          <a:p>
            <a:pPr eaLnBrk="1" hangingPunct="1">
              <a:defRPr/>
            </a:pPr>
            <a:r>
              <a:rPr lang="en-IN" sz="2000" b="1" dirty="0">
                <a:ea typeface="+mn-ea"/>
              </a:rPr>
              <a:t>Input output mapping: </a:t>
            </a:r>
            <a:r>
              <a:rPr lang="en-IN" sz="1800" dirty="0">
                <a:ea typeface="+mn-ea"/>
              </a:rPr>
              <a:t>One of the popular paradigm for learning is supervised learning. In supervised learning the input samples (examples) and the desired response, are presented to the network and during the learning network weights get updated. The network learns from the examples by constructing an input-output mapping for the problem at hand. </a:t>
            </a:r>
          </a:p>
          <a:p>
            <a:pPr marL="0" indent="0" eaLnBrk="1" hangingPunct="1">
              <a:buNone/>
              <a:defRPr/>
            </a:pPr>
            <a:r>
              <a:rPr lang="en-IN" sz="1800" dirty="0">
                <a:ea typeface="+mn-ea"/>
              </a:rPr>
              <a:t>      </a:t>
            </a:r>
            <a:r>
              <a:rPr lang="en-IN" sz="1800" dirty="0" err="1">
                <a:ea typeface="+mn-ea"/>
              </a:rPr>
              <a:t>Eg</a:t>
            </a:r>
            <a:r>
              <a:rPr lang="en-IN" sz="1800" dirty="0">
                <a:ea typeface="+mn-ea"/>
              </a:rPr>
              <a:t>: Small child, Experienced doctor Vs his doctor son.</a:t>
            </a:r>
          </a:p>
          <a:p>
            <a:pPr marL="0" indent="0" eaLnBrk="1" hangingPunct="1">
              <a:buNone/>
              <a:defRPr/>
            </a:pPr>
            <a:endParaRPr lang="en-IN" sz="1800" dirty="0">
              <a:ea typeface="+mn-ea"/>
            </a:endParaRPr>
          </a:p>
          <a:p>
            <a:pPr eaLnBrk="1" hangingPunct="1">
              <a:buSzPct val="150000"/>
              <a:buFont typeface="Arial" panose="020B0604020202020204" pitchFamily="34" charset="0"/>
              <a:buChar char="•"/>
              <a:defRPr/>
            </a:pPr>
            <a:r>
              <a:rPr lang="en-IN" sz="2000" b="1" dirty="0">
                <a:ea typeface="+mn-ea"/>
              </a:rPr>
              <a:t>Adaptivity: </a:t>
            </a:r>
            <a:r>
              <a:rPr lang="en-IN" sz="1800" dirty="0">
                <a:ea typeface="+mn-ea"/>
              </a:rPr>
              <a:t>Neural networks have built in capacity to adapt their synaptic weights to changes in the surrounding environment. It makes the task of pattern recognition effective.</a:t>
            </a:r>
          </a:p>
          <a:p>
            <a:pPr marL="0" indent="355600" eaLnBrk="1" hangingPunct="1">
              <a:buSzPct val="150000"/>
              <a:buNone/>
              <a:defRPr/>
            </a:pPr>
            <a:r>
              <a:rPr lang="en-IN" sz="1800" dirty="0" err="1">
                <a:ea typeface="+mn-ea"/>
              </a:rPr>
              <a:t>Eg</a:t>
            </a:r>
            <a:r>
              <a:rPr lang="en-IN" sz="1800" dirty="0">
                <a:ea typeface="+mn-ea"/>
              </a:rPr>
              <a:t>: Face recognition of a friend met after 20 years.</a:t>
            </a:r>
          </a:p>
          <a:p>
            <a:pPr marL="0" indent="355600" eaLnBrk="1" hangingPunct="1">
              <a:buSzPct val="150000"/>
              <a:buNone/>
              <a:defRPr/>
            </a:pPr>
            <a:endParaRPr lang="en-IN" sz="1800" dirty="0">
              <a:ea typeface="+mn-ea"/>
            </a:endParaRPr>
          </a:p>
          <a:p>
            <a:pPr eaLnBrk="1" hangingPunct="1">
              <a:buSzPct val="150000"/>
              <a:buFont typeface="Arial" panose="020B0604020202020204" pitchFamily="34" charset="0"/>
              <a:buChar char="•"/>
              <a:defRPr/>
            </a:pPr>
            <a:r>
              <a:rPr lang="en-IN" sz="2000" b="1" dirty="0">
                <a:ea typeface="+mn-ea"/>
              </a:rPr>
              <a:t>Fault tolerance: </a:t>
            </a:r>
            <a:r>
              <a:rPr lang="en-IN" sz="1800" dirty="0">
                <a:ea typeface="+mn-ea"/>
              </a:rPr>
              <a:t>Neural network is massively parallel distributed  computer. Hence even if some neurons or part of network fails. Still network doesn’t lead to complete system failure.</a:t>
            </a:r>
          </a:p>
          <a:p>
            <a:pPr marL="0" indent="355600" eaLnBrk="1" hangingPunct="1">
              <a:buSzPct val="150000"/>
              <a:buNone/>
              <a:defRPr/>
            </a:pPr>
            <a:r>
              <a:rPr lang="en-IN" sz="1800" dirty="0" err="1">
                <a:ea typeface="+mn-ea"/>
              </a:rPr>
              <a:t>Eg</a:t>
            </a:r>
            <a:r>
              <a:rPr lang="en-IN" sz="1800" dirty="0">
                <a:ea typeface="+mn-ea"/>
              </a:rPr>
              <a:t>: Blind, Deaf person.</a:t>
            </a:r>
          </a:p>
        </p:txBody>
      </p:sp>
      <p:sp>
        <p:nvSpPr>
          <p:cNvPr id="9220" name="Slide Number Placeholder 3">
            <a:extLst>
              <a:ext uri="{FF2B5EF4-FFF2-40B4-BE49-F238E27FC236}">
                <a16:creationId xmlns:a16="http://schemas.microsoft.com/office/drawing/2014/main" id="{6598C8C7-8E7F-4893-83D0-6034B326550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SzPct val="75000"/>
              <a:buFont typeface="Wingdings" panose="05000000000000000000" pitchFamily="2" charset="2"/>
              <a:buChar char="l"/>
              <a:defRPr kumimoji="1" sz="2800">
                <a:solidFill>
                  <a:schemeClr val="tx1"/>
                </a:solidFill>
                <a:latin typeface="Arial" panose="020B0604020202020204" pitchFamily="34" charset="0"/>
                <a:ea typeface="PMingLiU" panose="02020500000000000000" pitchFamily="18" charset="-120"/>
              </a:defRPr>
            </a:lvl1pPr>
            <a:lvl2pPr marL="742950" indent="-285750">
              <a:spcBef>
                <a:spcPct val="20000"/>
              </a:spcBef>
              <a:buClr>
                <a:schemeClr val="tx1"/>
              </a:buClr>
              <a:buSzPct val="75000"/>
              <a:buChar char="–"/>
              <a:defRPr kumimoji="1" sz="2400">
                <a:solidFill>
                  <a:schemeClr val="tx1"/>
                </a:solidFill>
                <a:latin typeface="Arial" panose="020B0604020202020204" pitchFamily="34" charset="0"/>
                <a:ea typeface="PMingLiU" panose="02020500000000000000" pitchFamily="18" charset="-120"/>
              </a:defRPr>
            </a:lvl2pPr>
            <a:lvl3pPr marL="1143000" indent="-228600">
              <a:spcBef>
                <a:spcPct val="20000"/>
              </a:spcBef>
              <a:buClr>
                <a:schemeClr val="tx1"/>
              </a:buClr>
              <a:buSzPct val="75000"/>
              <a:buFont typeface="Wingdings" panose="05000000000000000000" pitchFamily="2" charset="2"/>
              <a:buChar char="l"/>
              <a:defRPr kumimoji="1" sz="2000">
                <a:solidFill>
                  <a:schemeClr val="tx1"/>
                </a:solidFill>
                <a:latin typeface="Arial" panose="020B0604020202020204" pitchFamily="34" charset="0"/>
                <a:ea typeface="PMingLiU" panose="02020500000000000000" pitchFamily="18" charset="-120"/>
              </a:defRPr>
            </a:lvl3pPr>
            <a:lvl4pPr marL="1600200" indent="-228600">
              <a:spcBef>
                <a:spcPct val="20000"/>
              </a:spcBef>
              <a:buClr>
                <a:schemeClr val="tx1"/>
              </a:buClr>
              <a:buSzPct val="80000"/>
              <a:buChar char="–"/>
              <a:defRPr kumimoji="1">
                <a:solidFill>
                  <a:schemeClr val="tx1"/>
                </a:solidFill>
                <a:latin typeface="Arial" panose="020B0604020202020204" pitchFamily="34" charset="0"/>
                <a:ea typeface="PMingLiU" panose="02020500000000000000" pitchFamily="18" charset="-120"/>
              </a:defRPr>
            </a:lvl4pPr>
            <a:lvl5pPr marL="2057400" indent="-228600">
              <a:spcBef>
                <a:spcPct val="20000"/>
              </a:spcBef>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9pPr>
          </a:lstStyle>
          <a:p>
            <a:pPr fontAlgn="base">
              <a:spcBef>
                <a:spcPct val="0"/>
              </a:spcBef>
              <a:spcAft>
                <a:spcPct val="0"/>
              </a:spcAft>
              <a:buClrTx/>
              <a:buSzTx/>
              <a:buNone/>
            </a:pPr>
            <a:fld id="{8357B541-B8C5-470E-BC97-19367922B8CD}" type="slidenum">
              <a:rPr kumimoji="0" lang="en-US" altLang="zh-TW" sz="2600">
                <a:solidFill>
                  <a:srgbClr val="FFFFFF"/>
                </a:solidFill>
              </a:rPr>
              <a:pPr fontAlgn="base">
                <a:spcBef>
                  <a:spcPct val="0"/>
                </a:spcBef>
                <a:spcAft>
                  <a:spcPct val="0"/>
                </a:spcAft>
                <a:buClrTx/>
                <a:buSzTx/>
                <a:buNone/>
              </a:pPr>
              <a:t>7</a:t>
            </a:fld>
            <a:endParaRPr kumimoji="0" lang="en-US" altLang="zh-TW" sz="2600">
              <a:solidFill>
                <a:srgbClr val="FFFF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41BE98A7-8CCE-4AAE-9287-AF24DBA21235}"/>
              </a:ext>
            </a:extLst>
          </p:cNvPr>
          <p:cNvSpPr>
            <a:spLocks noGrp="1" noChangeArrowheads="1"/>
          </p:cNvSpPr>
          <p:nvPr>
            <p:ph type="title"/>
          </p:nvPr>
        </p:nvSpPr>
        <p:spPr>
          <a:xfrm>
            <a:off x="2286000" y="762000"/>
            <a:ext cx="8382000" cy="1143000"/>
          </a:xfrm>
        </p:spPr>
        <p:txBody>
          <a:bodyPr/>
          <a:lstStyle/>
          <a:p>
            <a:pPr eaLnBrk="1" hangingPunct="1"/>
            <a:r>
              <a:rPr lang="en-US" altLang="zh-TW" sz="3200" dirty="0">
                <a:solidFill>
                  <a:srgbClr val="006666"/>
                </a:solidFill>
              </a:rPr>
              <a:t>Benefits/Advantages of Neural Networks</a:t>
            </a:r>
            <a:endParaRPr lang="en-IN" altLang="en-US" dirty="0"/>
          </a:p>
        </p:txBody>
      </p:sp>
      <p:sp>
        <p:nvSpPr>
          <p:cNvPr id="10243" name="Slide Number Placeholder 3">
            <a:extLst>
              <a:ext uri="{FF2B5EF4-FFF2-40B4-BE49-F238E27FC236}">
                <a16:creationId xmlns:a16="http://schemas.microsoft.com/office/drawing/2014/main" id="{24CDB1FC-698A-46FE-84B9-872740DD2AF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SzPct val="75000"/>
              <a:buFont typeface="Wingdings" panose="05000000000000000000" pitchFamily="2" charset="2"/>
              <a:buChar char="l"/>
              <a:defRPr kumimoji="1" sz="2800">
                <a:solidFill>
                  <a:schemeClr val="tx1"/>
                </a:solidFill>
                <a:latin typeface="Arial" panose="020B0604020202020204" pitchFamily="34" charset="0"/>
                <a:ea typeface="PMingLiU" panose="02020500000000000000" pitchFamily="18" charset="-120"/>
              </a:defRPr>
            </a:lvl1pPr>
            <a:lvl2pPr marL="742950" indent="-285750">
              <a:spcBef>
                <a:spcPct val="20000"/>
              </a:spcBef>
              <a:buClr>
                <a:schemeClr val="tx1"/>
              </a:buClr>
              <a:buSzPct val="75000"/>
              <a:buChar char="–"/>
              <a:defRPr kumimoji="1" sz="2400">
                <a:solidFill>
                  <a:schemeClr val="tx1"/>
                </a:solidFill>
                <a:latin typeface="Arial" panose="020B0604020202020204" pitchFamily="34" charset="0"/>
                <a:ea typeface="PMingLiU" panose="02020500000000000000" pitchFamily="18" charset="-120"/>
              </a:defRPr>
            </a:lvl2pPr>
            <a:lvl3pPr marL="1143000" indent="-228600">
              <a:spcBef>
                <a:spcPct val="20000"/>
              </a:spcBef>
              <a:buClr>
                <a:schemeClr val="tx1"/>
              </a:buClr>
              <a:buSzPct val="75000"/>
              <a:buFont typeface="Wingdings" panose="05000000000000000000" pitchFamily="2" charset="2"/>
              <a:buChar char="l"/>
              <a:defRPr kumimoji="1" sz="2000">
                <a:solidFill>
                  <a:schemeClr val="tx1"/>
                </a:solidFill>
                <a:latin typeface="Arial" panose="020B0604020202020204" pitchFamily="34" charset="0"/>
                <a:ea typeface="PMingLiU" panose="02020500000000000000" pitchFamily="18" charset="-120"/>
              </a:defRPr>
            </a:lvl3pPr>
            <a:lvl4pPr marL="1600200" indent="-228600">
              <a:spcBef>
                <a:spcPct val="20000"/>
              </a:spcBef>
              <a:buClr>
                <a:schemeClr val="tx1"/>
              </a:buClr>
              <a:buSzPct val="80000"/>
              <a:buChar char="–"/>
              <a:defRPr kumimoji="1">
                <a:solidFill>
                  <a:schemeClr val="tx1"/>
                </a:solidFill>
                <a:latin typeface="Arial" panose="020B0604020202020204" pitchFamily="34" charset="0"/>
                <a:ea typeface="PMingLiU" panose="02020500000000000000" pitchFamily="18" charset="-120"/>
              </a:defRPr>
            </a:lvl4pPr>
            <a:lvl5pPr marL="2057400" indent="-228600">
              <a:spcBef>
                <a:spcPct val="20000"/>
              </a:spcBef>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9pPr>
          </a:lstStyle>
          <a:p>
            <a:pPr fontAlgn="base">
              <a:spcBef>
                <a:spcPct val="0"/>
              </a:spcBef>
              <a:spcAft>
                <a:spcPct val="0"/>
              </a:spcAft>
              <a:buClrTx/>
              <a:buSzTx/>
              <a:buNone/>
            </a:pPr>
            <a:fld id="{EB7D13DC-9169-4238-8640-D41B37391C10}" type="slidenum">
              <a:rPr kumimoji="0" lang="en-US" altLang="zh-TW" sz="2600">
                <a:solidFill>
                  <a:srgbClr val="FFFFFF"/>
                </a:solidFill>
              </a:rPr>
              <a:pPr fontAlgn="base">
                <a:spcBef>
                  <a:spcPct val="0"/>
                </a:spcBef>
                <a:spcAft>
                  <a:spcPct val="0"/>
                </a:spcAft>
                <a:buClrTx/>
                <a:buSzTx/>
                <a:buNone/>
              </a:pPr>
              <a:t>8</a:t>
            </a:fld>
            <a:endParaRPr kumimoji="0" lang="en-US" altLang="zh-TW" sz="2600">
              <a:solidFill>
                <a:srgbClr val="FFFFFF"/>
              </a:solidFill>
            </a:endParaRPr>
          </a:p>
        </p:txBody>
      </p:sp>
      <p:sp>
        <p:nvSpPr>
          <p:cNvPr id="10244" name="Content Placeholder 4">
            <a:extLst>
              <a:ext uri="{FF2B5EF4-FFF2-40B4-BE49-F238E27FC236}">
                <a16:creationId xmlns:a16="http://schemas.microsoft.com/office/drawing/2014/main" id="{06A6B896-0D93-49A0-8C79-F3E1AC7526AD}"/>
              </a:ext>
            </a:extLst>
          </p:cNvPr>
          <p:cNvSpPr>
            <a:spLocks noGrp="1" noChangeArrowheads="1"/>
          </p:cNvSpPr>
          <p:nvPr>
            <p:ph idx="1"/>
          </p:nvPr>
        </p:nvSpPr>
        <p:spPr/>
        <p:txBody>
          <a:bodyPr/>
          <a:lstStyle/>
          <a:p>
            <a:pPr eaLnBrk="1" hangingPunct="1">
              <a:lnSpc>
                <a:spcPct val="80000"/>
              </a:lnSpc>
            </a:pPr>
            <a:endParaRPr lang="en-US" altLang="zh-TW" sz="2400"/>
          </a:p>
          <a:p>
            <a:pPr lvl="1" eaLnBrk="1" hangingPunct="1">
              <a:lnSpc>
                <a:spcPct val="80000"/>
              </a:lnSpc>
            </a:pPr>
            <a:endParaRPr lang="en-US" altLang="zh-TW" sz="2000"/>
          </a:p>
          <a:p>
            <a:pPr lvl="1" eaLnBrk="1" hangingPunct="1">
              <a:lnSpc>
                <a:spcPct val="80000"/>
              </a:lnSpc>
            </a:pPr>
            <a:endParaRPr lang="en-US" altLang="zh-TW" sz="2000"/>
          </a:p>
        </p:txBody>
      </p:sp>
      <p:sp>
        <p:nvSpPr>
          <p:cNvPr id="6" name="Rectangle 6">
            <a:extLst>
              <a:ext uri="{FF2B5EF4-FFF2-40B4-BE49-F238E27FC236}">
                <a16:creationId xmlns:a16="http://schemas.microsoft.com/office/drawing/2014/main" id="{592E0494-7222-47A8-8E39-D961F613398E}"/>
              </a:ext>
            </a:extLst>
          </p:cNvPr>
          <p:cNvSpPr>
            <a:spLocks noChangeArrowheads="1"/>
          </p:cNvSpPr>
          <p:nvPr/>
        </p:nvSpPr>
        <p:spPr bwMode="auto">
          <a:xfrm>
            <a:off x="1319349" y="2362201"/>
            <a:ext cx="10055619" cy="4581525"/>
          </a:xfrm>
          <a:prstGeom prst="rect">
            <a:avLst/>
          </a:prstGeom>
          <a:noFill/>
          <a:ln>
            <a:noFill/>
          </a:ln>
          <a:effectLst/>
        </p:spPr>
        <p:txBody>
          <a:bodyPr/>
          <a:lstStyle>
            <a:lvl1pPr marL="342900" indent="-342900">
              <a:spcBef>
                <a:spcPct val="20000"/>
              </a:spcBef>
              <a:buClr>
                <a:schemeClr val="tx1"/>
              </a:buClr>
              <a:buSzPct val="75000"/>
              <a:buFont typeface="Wingdings" panose="05000000000000000000" pitchFamily="2" charset="2"/>
              <a:buChar char="l"/>
              <a:defRPr kumimoji="1" sz="2800">
                <a:solidFill>
                  <a:schemeClr val="tx1"/>
                </a:solidFill>
                <a:latin typeface="Arial" panose="020B0604020202020204" pitchFamily="34" charset="0"/>
                <a:ea typeface="新細明體" panose="02020500000000000000" pitchFamily="18" charset="-120"/>
              </a:defRPr>
            </a:lvl1pPr>
            <a:lvl2pPr marL="742950" indent="-285750">
              <a:spcBef>
                <a:spcPct val="20000"/>
              </a:spcBef>
              <a:buClr>
                <a:schemeClr val="tx1"/>
              </a:buClr>
              <a:buSzPct val="75000"/>
              <a:buChar char="–"/>
              <a:defRPr kumimoji="1" sz="2400">
                <a:solidFill>
                  <a:schemeClr val="tx1"/>
                </a:solidFill>
                <a:latin typeface="Arial" panose="020B0604020202020204" pitchFamily="34" charset="0"/>
                <a:ea typeface="新細明體" panose="02020500000000000000" pitchFamily="18" charset="-120"/>
              </a:defRPr>
            </a:lvl2pPr>
            <a:lvl3pPr marL="1143000" indent="-228600">
              <a:spcBef>
                <a:spcPct val="20000"/>
              </a:spcBef>
              <a:buClr>
                <a:schemeClr val="tx1"/>
              </a:buClr>
              <a:buSzPct val="75000"/>
              <a:buFont typeface="Wingdings" panose="05000000000000000000" pitchFamily="2" charset="2"/>
              <a:buChar char="l"/>
              <a:defRPr kumimoji="1" sz="2000">
                <a:solidFill>
                  <a:schemeClr val="tx1"/>
                </a:solidFill>
                <a:latin typeface="Arial" panose="020B0604020202020204" pitchFamily="34" charset="0"/>
                <a:ea typeface="新細明體" panose="02020500000000000000" pitchFamily="18" charset="-120"/>
              </a:defRPr>
            </a:lvl3pPr>
            <a:lvl4pPr marL="1600200" indent="-228600">
              <a:spcBef>
                <a:spcPct val="20000"/>
              </a:spcBef>
              <a:buClr>
                <a:schemeClr val="tx1"/>
              </a:buClr>
              <a:buSzPct val="80000"/>
              <a:buChar char="–"/>
              <a:defRPr kumimoji="1">
                <a:solidFill>
                  <a:schemeClr val="tx1"/>
                </a:solidFill>
                <a:latin typeface="Arial" panose="020B0604020202020204" pitchFamily="34" charset="0"/>
                <a:ea typeface="新細明體" panose="02020500000000000000" pitchFamily="18" charset="-120"/>
              </a:defRPr>
            </a:lvl4pPr>
            <a:lvl5pPr marL="2057400" indent="-228600">
              <a:spcBef>
                <a:spcPct val="20000"/>
              </a:spcBef>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新細明體" panose="02020500000000000000" pitchFamily="18" charset="-120"/>
              </a:defRPr>
            </a:lvl5pPr>
            <a:lvl6pPr marL="2514600" indent="-228600" fontAlgn="base">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新細明體" panose="02020500000000000000" pitchFamily="18" charset="-120"/>
              </a:defRPr>
            </a:lvl6pPr>
            <a:lvl7pPr marL="2971800" indent="-228600" fontAlgn="base">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新細明體" panose="02020500000000000000" pitchFamily="18" charset="-120"/>
              </a:defRPr>
            </a:lvl7pPr>
            <a:lvl8pPr marL="3429000" indent="-228600" fontAlgn="base">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新細明體" panose="02020500000000000000" pitchFamily="18" charset="-120"/>
              </a:defRPr>
            </a:lvl8pPr>
            <a:lvl9pPr marL="3886200" indent="-228600" fontAlgn="base">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新細明體" panose="02020500000000000000" pitchFamily="18" charset="-120"/>
              </a:defRPr>
            </a:lvl9pPr>
          </a:lstStyle>
          <a:p>
            <a:pPr lvl="1" fontAlgn="base">
              <a:lnSpc>
                <a:spcPct val="80000"/>
              </a:lnSpc>
              <a:spcAft>
                <a:spcPct val="0"/>
              </a:spcAft>
              <a:buClr>
                <a:srgbClr val="003366"/>
              </a:buClr>
              <a:buSzPct val="150000"/>
              <a:buFont typeface="Arial" panose="020B0604020202020204" pitchFamily="34" charset="0"/>
              <a:buChar char="•"/>
              <a:defRPr/>
            </a:pPr>
            <a:r>
              <a:rPr lang="en-US" altLang="zh-TW" sz="2000" b="1" dirty="0">
                <a:solidFill>
                  <a:srgbClr val="003366"/>
                </a:solidFill>
                <a:latin typeface="Arial"/>
                <a:ea typeface="新細明體"/>
              </a:rPr>
              <a:t>VLSI Implement ability: </a:t>
            </a:r>
            <a:r>
              <a:rPr lang="en-US" altLang="zh-TW" sz="1800" dirty="0">
                <a:solidFill>
                  <a:srgbClr val="003366"/>
                </a:solidFill>
                <a:latin typeface="Arial"/>
                <a:ea typeface="新細明體"/>
              </a:rPr>
              <a:t>A massively parallel nature of neural network makes it suitable for VLSI implementation.</a:t>
            </a:r>
          </a:p>
          <a:p>
            <a:pPr lvl="1" fontAlgn="base">
              <a:lnSpc>
                <a:spcPct val="80000"/>
              </a:lnSpc>
              <a:spcAft>
                <a:spcPct val="0"/>
              </a:spcAft>
              <a:buClr>
                <a:srgbClr val="003366"/>
              </a:buClr>
              <a:buSzPct val="150000"/>
              <a:buFont typeface="Arial" panose="020B0604020202020204" pitchFamily="34" charset="0"/>
              <a:buChar char="•"/>
              <a:defRPr/>
            </a:pPr>
            <a:endParaRPr lang="en-US" altLang="zh-TW" sz="1800" dirty="0">
              <a:solidFill>
                <a:srgbClr val="003366"/>
              </a:solidFill>
              <a:latin typeface="Arial"/>
              <a:ea typeface="新細明體"/>
            </a:endParaRPr>
          </a:p>
          <a:p>
            <a:pPr lvl="1" fontAlgn="base">
              <a:lnSpc>
                <a:spcPct val="80000"/>
              </a:lnSpc>
              <a:spcAft>
                <a:spcPct val="0"/>
              </a:spcAft>
              <a:buClr>
                <a:srgbClr val="003366"/>
              </a:buClr>
              <a:buSzPct val="150000"/>
              <a:buFont typeface="Arial" panose="020B0604020202020204" pitchFamily="34" charset="0"/>
              <a:buChar char="•"/>
              <a:defRPr/>
            </a:pPr>
            <a:r>
              <a:rPr lang="en-US" altLang="zh-TW" sz="2000" b="1" dirty="0">
                <a:solidFill>
                  <a:srgbClr val="003366"/>
                </a:solidFill>
                <a:latin typeface="Arial"/>
                <a:ea typeface="新細明體"/>
              </a:rPr>
              <a:t>Handles variety of data: </a:t>
            </a:r>
            <a:r>
              <a:rPr lang="en-US" altLang="zh-TW" sz="1800" dirty="0">
                <a:solidFill>
                  <a:srgbClr val="003366"/>
                </a:solidFill>
                <a:latin typeface="Arial"/>
                <a:ea typeface="新細明體"/>
              </a:rPr>
              <a:t>Neural network performs better in spite of inconsistent, faulty, missing input data.</a:t>
            </a:r>
          </a:p>
          <a:p>
            <a:pPr lvl="1" fontAlgn="base">
              <a:lnSpc>
                <a:spcPct val="80000"/>
              </a:lnSpc>
              <a:spcAft>
                <a:spcPct val="0"/>
              </a:spcAft>
              <a:buClr>
                <a:srgbClr val="003366"/>
              </a:buClr>
              <a:buSzPct val="150000"/>
              <a:buFont typeface="Arial" panose="020B0604020202020204" pitchFamily="34" charset="0"/>
              <a:buChar char="•"/>
              <a:defRPr/>
            </a:pPr>
            <a:endParaRPr lang="en-US" altLang="zh-TW" sz="1800" dirty="0">
              <a:solidFill>
                <a:srgbClr val="003366"/>
              </a:solidFill>
              <a:latin typeface="Arial"/>
              <a:ea typeface="新細明體"/>
            </a:endParaRPr>
          </a:p>
          <a:p>
            <a:pPr lvl="1" fontAlgn="base">
              <a:lnSpc>
                <a:spcPct val="80000"/>
              </a:lnSpc>
              <a:spcAft>
                <a:spcPct val="0"/>
              </a:spcAft>
              <a:buClr>
                <a:srgbClr val="003366"/>
              </a:buClr>
              <a:buSzPct val="150000"/>
              <a:buFont typeface="Arial" panose="020B0604020202020204" pitchFamily="34" charset="0"/>
              <a:buChar char="•"/>
              <a:defRPr/>
            </a:pPr>
            <a:r>
              <a:rPr lang="en-US" altLang="zh-TW" sz="2000" b="1" dirty="0">
                <a:solidFill>
                  <a:srgbClr val="003366"/>
                </a:solidFill>
                <a:latin typeface="Arial"/>
                <a:ea typeface="新細明體"/>
              </a:rPr>
              <a:t>Flexible nature: </a:t>
            </a:r>
            <a:r>
              <a:rPr lang="en-US" altLang="zh-TW" sz="1800" dirty="0">
                <a:solidFill>
                  <a:srgbClr val="003366"/>
                </a:solidFill>
                <a:latin typeface="Arial"/>
                <a:ea typeface="新細明體"/>
              </a:rPr>
              <a:t>Its possible to train neural network for short duration or longer duration.</a:t>
            </a:r>
          </a:p>
          <a:p>
            <a:pPr lvl="1" fontAlgn="base">
              <a:lnSpc>
                <a:spcPct val="80000"/>
              </a:lnSpc>
              <a:spcAft>
                <a:spcPct val="0"/>
              </a:spcAft>
              <a:buClr>
                <a:srgbClr val="003366"/>
              </a:buClr>
              <a:buSzPct val="150000"/>
              <a:buFont typeface="Arial" panose="020B0604020202020204" pitchFamily="34" charset="0"/>
              <a:buChar char="•"/>
              <a:defRPr/>
            </a:pPr>
            <a:endParaRPr lang="en-US" altLang="zh-TW" sz="1800" dirty="0">
              <a:solidFill>
                <a:srgbClr val="003366"/>
              </a:solidFill>
              <a:latin typeface="Arial"/>
              <a:ea typeface="新細明體"/>
            </a:endParaRPr>
          </a:p>
          <a:p>
            <a:pPr lvl="1" fontAlgn="base">
              <a:lnSpc>
                <a:spcPct val="80000"/>
              </a:lnSpc>
              <a:spcAft>
                <a:spcPct val="0"/>
              </a:spcAft>
              <a:buClr>
                <a:srgbClr val="003366"/>
              </a:buClr>
              <a:buSzPct val="150000"/>
              <a:buFont typeface="Arial" panose="020B0604020202020204" pitchFamily="34" charset="0"/>
              <a:buChar char="•"/>
              <a:defRPr/>
            </a:pPr>
            <a:r>
              <a:rPr lang="en-US" altLang="zh-TW" sz="2000" b="1" dirty="0">
                <a:solidFill>
                  <a:srgbClr val="003366"/>
                </a:solidFill>
                <a:latin typeface="Arial"/>
                <a:ea typeface="新細明體"/>
              </a:rPr>
              <a:t>Real time operations: </a:t>
            </a:r>
            <a:r>
              <a:rPr lang="en-US" altLang="zh-TW" sz="1800" dirty="0">
                <a:solidFill>
                  <a:srgbClr val="003366"/>
                </a:solidFill>
                <a:latin typeface="Arial"/>
                <a:ea typeface="新細明體"/>
              </a:rPr>
              <a:t>Its works well for real time applications.</a:t>
            </a:r>
          </a:p>
          <a:p>
            <a:pPr marL="457200" lvl="1" indent="350838" fontAlgn="base">
              <a:lnSpc>
                <a:spcPct val="80000"/>
              </a:lnSpc>
              <a:spcAft>
                <a:spcPct val="0"/>
              </a:spcAft>
              <a:buClr>
                <a:srgbClr val="003366"/>
              </a:buClr>
              <a:buSzPct val="150000"/>
              <a:buNone/>
              <a:defRPr/>
            </a:pPr>
            <a:r>
              <a:rPr lang="en-US" altLang="zh-TW" sz="1800" dirty="0" err="1">
                <a:solidFill>
                  <a:srgbClr val="003366"/>
                </a:solidFill>
                <a:latin typeface="Arial"/>
                <a:ea typeface="新細明體"/>
              </a:rPr>
              <a:t>Eg</a:t>
            </a:r>
            <a:r>
              <a:rPr lang="en-US" altLang="zh-TW" sz="1800" dirty="0">
                <a:solidFill>
                  <a:srgbClr val="003366"/>
                </a:solidFill>
                <a:latin typeface="Arial"/>
                <a:ea typeface="新細明體"/>
              </a:rPr>
              <a:t>: Biometric recognitions.</a:t>
            </a:r>
          </a:p>
          <a:p>
            <a:pPr marL="457200" lvl="1" indent="350838" fontAlgn="base">
              <a:lnSpc>
                <a:spcPct val="80000"/>
              </a:lnSpc>
              <a:spcAft>
                <a:spcPct val="0"/>
              </a:spcAft>
              <a:buClr>
                <a:srgbClr val="003366"/>
              </a:buClr>
              <a:buSzPct val="150000"/>
              <a:buNone/>
              <a:defRPr/>
            </a:pPr>
            <a:endParaRPr lang="en-US" altLang="zh-TW" sz="1800" dirty="0">
              <a:solidFill>
                <a:srgbClr val="003366"/>
              </a:solidFill>
              <a:latin typeface="Arial"/>
              <a:ea typeface="新細明體"/>
            </a:endParaRPr>
          </a:p>
          <a:p>
            <a:pPr lvl="1" fontAlgn="base">
              <a:lnSpc>
                <a:spcPct val="80000"/>
              </a:lnSpc>
              <a:spcAft>
                <a:spcPct val="0"/>
              </a:spcAft>
              <a:buClr>
                <a:srgbClr val="003366"/>
              </a:buClr>
              <a:buSzPct val="150000"/>
              <a:buFont typeface="Arial" panose="020B0604020202020204" pitchFamily="34" charset="0"/>
              <a:buChar char="•"/>
              <a:defRPr/>
            </a:pPr>
            <a:r>
              <a:rPr lang="en-US" altLang="zh-TW" sz="1800" b="1" dirty="0">
                <a:solidFill>
                  <a:srgbClr val="003366"/>
                </a:solidFill>
                <a:latin typeface="Arial"/>
                <a:ea typeface="新細明體"/>
              </a:rPr>
              <a:t>It works very well with </a:t>
            </a:r>
          </a:p>
          <a:p>
            <a:pPr marL="457200" lvl="1" indent="255588" fontAlgn="base">
              <a:lnSpc>
                <a:spcPct val="80000"/>
              </a:lnSpc>
              <a:spcAft>
                <a:spcPct val="0"/>
              </a:spcAft>
              <a:buClr>
                <a:srgbClr val="003366"/>
              </a:buClr>
              <a:buSzPct val="150000"/>
              <a:buNone/>
              <a:defRPr/>
            </a:pPr>
            <a:r>
              <a:rPr lang="en-US" altLang="zh-TW" sz="1800" dirty="0">
                <a:solidFill>
                  <a:srgbClr val="003366"/>
                </a:solidFill>
                <a:latin typeface="Arial"/>
                <a:ea typeface="新細明體"/>
              </a:rPr>
              <a:t>a. discovering regularities within the set of patterns.</a:t>
            </a:r>
          </a:p>
          <a:p>
            <a:pPr marL="457200" lvl="1" indent="255588" fontAlgn="base">
              <a:lnSpc>
                <a:spcPct val="80000"/>
              </a:lnSpc>
              <a:spcAft>
                <a:spcPct val="0"/>
              </a:spcAft>
              <a:buClr>
                <a:srgbClr val="003366"/>
              </a:buClr>
              <a:buSzPct val="150000"/>
              <a:buNone/>
              <a:defRPr/>
            </a:pPr>
            <a:r>
              <a:rPr lang="en-US" altLang="zh-TW" sz="1800" dirty="0">
                <a:solidFill>
                  <a:srgbClr val="003366"/>
                </a:solidFill>
                <a:latin typeface="Arial"/>
                <a:ea typeface="新細明體"/>
              </a:rPr>
              <a:t>b. for large volume of data. </a:t>
            </a:r>
          </a:p>
          <a:p>
            <a:pPr marL="457200" lvl="1" indent="255588" fontAlgn="base">
              <a:lnSpc>
                <a:spcPct val="80000"/>
              </a:lnSpc>
              <a:spcAft>
                <a:spcPct val="0"/>
              </a:spcAft>
              <a:buClr>
                <a:srgbClr val="003366"/>
              </a:buClr>
              <a:buSzPct val="150000"/>
              <a:buNone/>
              <a:defRPr/>
            </a:pPr>
            <a:r>
              <a:rPr lang="en-US" altLang="zh-TW" sz="1800" dirty="0">
                <a:solidFill>
                  <a:srgbClr val="003366"/>
                </a:solidFill>
                <a:latin typeface="Arial"/>
                <a:ea typeface="新細明體"/>
              </a:rPr>
              <a:t>c. when it is difficult to derive relation between input and output.</a:t>
            </a:r>
          </a:p>
          <a:p>
            <a:pPr marL="457200" marR="0" lvl="1" indent="0" algn="l" defTabSz="914400" rtl="0" eaLnBrk="1" fontAlgn="base" latinLnBrk="0" hangingPunct="1">
              <a:lnSpc>
                <a:spcPct val="80000"/>
              </a:lnSpc>
              <a:spcBef>
                <a:spcPct val="0"/>
              </a:spcBef>
              <a:spcAft>
                <a:spcPct val="0"/>
              </a:spcAft>
              <a:buClrTx/>
              <a:buSzPct val="150000"/>
              <a:buNone/>
              <a:tabLst/>
              <a:defRPr/>
            </a:pPr>
            <a:r>
              <a:rPr kumimoji="1" lang="en-US" altLang="zh-TW" sz="1800" b="0" i="0" u="none" strike="noStrike" kern="1200" cap="none" spc="0" normalizeH="0" baseline="0" noProof="0" dirty="0">
                <a:ln>
                  <a:noFill/>
                </a:ln>
                <a:solidFill>
                  <a:srgbClr val="003366"/>
                </a:solidFill>
                <a:effectLst/>
                <a:uLnTx/>
                <a:uFillTx/>
                <a:latin typeface="Arial"/>
                <a:ea typeface="PMingLiU" panose="02020500000000000000" pitchFamily="18" charset="-120"/>
                <a:cs typeface="+mn-cs"/>
              </a:rPr>
              <a:t>    d. It is small compact and dissipates very little power.</a:t>
            </a:r>
          </a:p>
          <a:p>
            <a:pPr lvl="1" fontAlgn="base">
              <a:lnSpc>
                <a:spcPct val="80000"/>
              </a:lnSpc>
              <a:spcAft>
                <a:spcPct val="0"/>
              </a:spcAft>
              <a:buClr>
                <a:srgbClr val="003366"/>
              </a:buClr>
              <a:buSzPct val="150000"/>
              <a:buFont typeface="Arial" panose="020B0604020202020204" pitchFamily="34" charset="0"/>
              <a:buChar char="•"/>
              <a:defRPr/>
            </a:pPr>
            <a:endParaRPr lang="en-US" altLang="zh-TW" sz="1800" dirty="0">
              <a:solidFill>
                <a:srgbClr val="003366"/>
              </a:solidFill>
              <a:latin typeface="Arial"/>
              <a:ea typeface="新細明體"/>
            </a:endParaRPr>
          </a:p>
          <a:p>
            <a:pPr marL="457200" lvl="1" indent="350838" fontAlgn="base">
              <a:lnSpc>
                <a:spcPct val="80000"/>
              </a:lnSpc>
              <a:spcAft>
                <a:spcPct val="0"/>
              </a:spcAft>
              <a:buClr>
                <a:srgbClr val="003366"/>
              </a:buClr>
              <a:buSzPct val="150000"/>
              <a:buNone/>
              <a:defRPr/>
            </a:pPr>
            <a:r>
              <a:rPr lang="en-US" altLang="zh-TW" sz="1800" dirty="0">
                <a:solidFill>
                  <a:srgbClr val="003366"/>
                </a:solidFill>
                <a:latin typeface="Arial"/>
                <a:ea typeface="新細明體"/>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958C17D5-66E0-4514-BE0F-80282F3EE737}"/>
              </a:ext>
            </a:extLst>
          </p:cNvPr>
          <p:cNvSpPr>
            <a:spLocks noGrp="1" noChangeArrowheads="1"/>
          </p:cNvSpPr>
          <p:nvPr>
            <p:ph type="title"/>
          </p:nvPr>
        </p:nvSpPr>
        <p:spPr>
          <a:xfrm>
            <a:off x="2286000" y="762000"/>
            <a:ext cx="8274050" cy="1143000"/>
          </a:xfrm>
        </p:spPr>
        <p:txBody>
          <a:bodyPr/>
          <a:lstStyle/>
          <a:p>
            <a:pPr eaLnBrk="1" hangingPunct="1"/>
            <a:r>
              <a:rPr lang="en-US" altLang="zh-TW" sz="3200">
                <a:solidFill>
                  <a:srgbClr val="006666"/>
                </a:solidFill>
              </a:rPr>
              <a:t>Benefits/Advantages of Neural Networks</a:t>
            </a:r>
            <a:endParaRPr lang="en-IN" altLang="en-US"/>
          </a:p>
        </p:txBody>
      </p:sp>
      <p:sp>
        <p:nvSpPr>
          <p:cNvPr id="11267" name="Slide Number Placeholder 3">
            <a:extLst>
              <a:ext uri="{FF2B5EF4-FFF2-40B4-BE49-F238E27FC236}">
                <a16:creationId xmlns:a16="http://schemas.microsoft.com/office/drawing/2014/main" id="{80297683-E558-45C9-A6A5-D0CE4177828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SzPct val="75000"/>
              <a:buFont typeface="Wingdings" panose="05000000000000000000" pitchFamily="2" charset="2"/>
              <a:buChar char="l"/>
              <a:defRPr kumimoji="1" sz="2800">
                <a:solidFill>
                  <a:schemeClr val="tx1"/>
                </a:solidFill>
                <a:latin typeface="Arial" panose="020B0604020202020204" pitchFamily="34" charset="0"/>
                <a:ea typeface="PMingLiU" panose="02020500000000000000" pitchFamily="18" charset="-120"/>
              </a:defRPr>
            </a:lvl1pPr>
            <a:lvl2pPr marL="742950" indent="-285750">
              <a:spcBef>
                <a:spcPct val="20000"/>
              </a:spcBef>
              <a:buClr>
                <a:schemeClr val="tx1"/>
              </a:buClr>
              <a:buSzPct val="75000"/>
              <a:buChar char="–"/>
              <a:defRPr kumimoji="1" sz="2400">
                <a:solidFill>
                  <a:schemeClr val="tx1"/>
                </a:solidFill>
                <a:latin typeface="Arial" panose="020B0604020202020204" pitchFamily="34" charset="0"/>
                <a:ea typeface="PMingLiU" panose="02020500000000000000" pitchFamily="18" charset="-120"/>
              </a:defRPr>
            </a:lvl2pPr>
            <a:lvl3pPr marL="1143000" indent="-228600">
              <a:spcBef>
                <a:spcPct val="20000"/>
              </a:spcBef>
              <a:buClr>
                <a:schemeClr val="tx1"/>
              </a:buClr>
              <a:buSzPct val="75000"/>
              <a:buFont typeface="Wingdings" panose="05000000000000000000" pitchFamily="2" charset="2"/>
              <a:buChar char="l"/>
              <a:defRPr kumimoji="1" sz="2000">
                <a:solidFill>
                  <a:schemeClr val="tx1"/>
                </a:solidFill>
                <a:latin typeface="Arial" panose="020B0604020202020204" pitchFamily="34" charset="0"/>
                <a:ea typeface="PMingLiU" panose="02020500000000000000" pitchFamily="18" charset="-120"/>
              </a:defRPr>
            </a:lvl3pPr>
            <a:lvl4pPr marL="1600200" indent="-228600">
              <a:spcBef>
                <a:spcPct val="20000"/>
              </a:spcBef>
              <a:buClr>
                <a:schemeClr val="tx1"/>
              </a:buClr>
              <a:buSzPct val="80000"/>
              <a:buChar char="–"/>
              <a:defRPr kumimoji="1">
                <a:solidFill>
                  <a:schemeClr val="tx1"/>
                </a:solidFill>
                <a:latin typeface="Arial" panose="020B0604020202020204" pitchFamily="34" charset="0"/>
                <a:ea typeface="PMingLiU" panose="02020500000000000000" pitchFamily="18" charset="-120"/>
              </a:defRPr>
            </a:lvl4pPr>
            <a:lvl5pPr marL="2057400" indent="-228600">
              <a:spcBef>
                <a:spcPct val="20000"/>
              </a:spcBef>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9pPr>
          </a:lstStyle>
          <a:p>
            <a:pPr fontAlgn="base">
              <a:spcBef>
                <a:spcPct val="0"/>
              </a:spcBef>
              <a:spcAft>
                <a:spcPct val="0"/>
              </a:spcAft>
              <a:buClrTx/>
              <a:buSzTx/>
              <a:buNone/>
            </a:pPr>
            <a:fld id="{16914E99-C3A5-4850-A966-97F383047487}" type="slidenum">
              <a:rPr kumimoji="0" lang="en-US" altLang="zh-TW" sz="2600">
                <a:solidFill>
                  <a:srgbClr val="FFFFFF"/>
                </a:solidFill>
              </a:rPr>
              <a:pPr fontAlgn="base">
                <a:spcBef>
                  <a:spcPct val="0"/>
                </a:spcBef>
                <a:spcAft>
                  <a:spcPct val="0"/>
                </a:spcAft>
                <a:buClrTx/>
                <a:buSzTx/>
                <a:buNone/>
              </a:pPr>
              <a:t>9</a:t>
            </a:fld>
            <a:endParaRPr kumimoji="0" lang="en-US" altLang="zh-TW" sz="2600">
              <a:solidFill>
                <a:srgbClr val="FFFFFF"/>
              </a:solidFill>
            </a:endParaRPr>
          </a:p>
        </p:txBody>
      </p:sp>
      <p:sp>
        <p:nvSpPr>
          <p:cNvPr id="11268" name="Rectangle 7">
            <a:extLst>
              <a:ext uri="{FF2B5EF4-FFF2-40B4-BE49-F238E27FC236}">
                <a16:creationId xmlns:a16="http://schemas.microsoft.com/office/drawing/2014/main" id="{B178718D-ABA7-4A65-9504-2EE95E9801DF}"/>
              </a:ext>
            </a:extLst>
          </p:cNvPr>
          <p:cNvSpPr>
            <a:spLocks noGrp="1" noChangeArrowheads="1"/>
          </p:cNvSpPr>
          <p:nvPr>
            <p:ph idx="1"/>
          </p:nvPr>
        </p:nvSpPr>
        <p:spPr>
          <a:xfrm>
            <a:off x="1117601" y="2489201"/>
            <a:ext cx="10962215" cy="4368799"/>
          </a:xfrm>
        </p:spPr>
        <p:txBody>
          <a:bodyPr/>
          <a:lstStyle/>
          <a:p>
            <a:pPr lvl="1" eaLnBrk="1" hangingPunct="1">
              <a:lnSpc>
                <a:spcPct val="80000"/>
              </a:lnSpc>
              <a:buClr>
                <a:srgbClr val="003366"/>
              </a:buClr>
              <a:buSzPct val="150000"/>
              <a:buFont typeface="Arial" panose="020B0604020202020204" pitchFamily="34" charset="0"/>
              <a:buChar char="•"/>
              <a:defRPr/>
            </a:pPr>
            <a:r>
              <a:rPr lang="en-US" altLang="zh-TW" sz="2000" dirty="0">
                <a:solidFill>
                  <a:srgbClr val="003366"/>
                </a:solidFill>
                <a:latin typeface="Arial"/>
                <a:ea typeface="新細明體"/>
              </a:rPr>
              <a:t>It is said that human brain is highly complex, nonlinear and parallel computer. It is an impressive information processor.</a:t>
            </a:r>
          </a:p>
          <a:p>
            <a:pPr lvl="1" eaLnBrk="1" hangingPunct="1">
              <a:lnSpc>
                <a:spcPct val="80000"/>
              </a:lnSpc>
              <a:buClr>
                <a:srgbClr val="003366"/>
              </a:buClr>
              <a:buSzPct val="150000"/>
              <a:buFont typeface="Arial" panose="020B0604020202020204" pitchFamily="34" charset="0"/>
              <a:buChar char="•"/>
              <a:defRPr/>
            </a:pPr>
            <a:endParaRPr lang="en-US" altLang="zh-TW" sz="2000" dirty="0">
              <a:solidFill>
                <a:srgbClr val="003366"/>
              </a:solidFill>
              <a:latin typeface="Arial"/>
              <a:ea typeface="新細明體"/>
            </a:endParaRPr>
          </a:p>
          <a:p>
            <a:pPr marL="457200" lvl="1" indent="0" eaLnBrk="1" hangingPunct="1">
              <a:lnSpc>
                <a:spcPct val="80000"/>
              </a:lnSpc>
              <a:buClr>
                <a:srgbClr val="003366"/>
              </a:buClr>
              <a:buSzPct val="150000"/>
              <a:buNone/>
              <a:defRPr/>
            </a:pPr>
            <a:r>
              <a:rPr lang="en-US" altLang="zh-TW" sz="2000" b="1" i="1" u="sng" dirty="0">
                <a:solidFill>
                  <a:srgbClr val="FF0000"/>
                </a:solidFill>
                <a:latin typeface="Cambria Math" panose="02040503050406030204" pitchFamily="18" charset="0"/>
                <a:ea typeface="Cambria Math" panose="02040503050406030204" pitchFamily="18" charset="0"/>
              </a:rPr>
              <a:t>Why not to use such a powerful organization of human brain to build intelligent machines?</a:t>
            </a:r>
          </a:p>
          <a:p>
            <a:pPr lvl="1" eaLnBrk="1" hangingPunct="1">
              <a:lnSpc>
                <a:spcPct val="80000"/>
              </a:lnSpc>
              <a:buClr>
                <a:srgbClr val="003366"/>
              </a:buClr>
              <a:buSzPct val="150000"/>
              <a:buFont typeface="Arial" panose="020B0604020202020204" pitchFamily="34" charset="0"/>
              <a:buChar char="•"/>
              <a:defRPr/>
            </a:pPr>
            <a:endParaRPr lang="en-US" altLang="zh-TW" sz="2000" dirty="0">
              <a:solidFill>
                <a:srgbClr val="003366"/>
              </a:solidFill>
              <a:latin typeface="Arial"/>
              <a:ea typeface="新細明體"/>
            </a:endParaRPr>
          </a:p>
          <a:p>
            <a:pPr lvl="1" eaLnBrk="1" hangingPunct="1">
              <a:lnSpc>
                <a:spcPct val="80000"/>
              </a:lnSpc>
              <a:buClr>
                <a:srgbClr val="003366"/>
              </a:buClr>
              <a:buSzPct val="150000"/>
              <a:buFont typeface="Arial" panose="020B0604020202020204" pitchFamily="34" charset="0"/>
              <a:buChar char="•"/>
              <a:defRPr/>
            </a:pPr>
            <a:r>
              <a:rPr lang="en-US" altLang="zh-TW" sz="2000" dirty="0">
                <a:solidFill>
                  <a:srgbClr val="003366"/>
                </a:solidFill>
                <a:latin typeface="Arial"/>
                <a:ea typeface="新細明體"/>
              </a:rPr>
              <a:t>Therefore neural network is invented to model the human brain.</a:t>
            </a:r>
          </a:p>
          <a:p>
            <a:pPr lvl="1" eaLnBrk="1" hangingPunct="1">
              <a:lnSpc>
                <a:spcPct val="80000"/>
              </a:lnSpc>
              <a:buClr>
                <a:srgbClr val="003366"/>
              </a:buClr>
              <a:buSzPct val="150000"/>
              <a:buFont typeface="Arial" panose="020B0604020202020204" pitchFamily="34" charset="0"/>
              <a:buChar char="•"/>
              <a:defRPr/>
            </a:pPr>
            <a:endParaRPr lang="en-US" altLang="zh-TW" sz="2000" dirty="0">
              <a:solidFill>
                <a:srgbClr val="003366"/>
              </a:solidFill>
              <a:latin typeface="Arial"/>
              <a:ea typeface="新細明體"/>
            </a:endParaRPr>
          </a:p>
          <a:p>
            <a:pPr lvl="1" algn="just" eaLnBrk="1" hangingPunct="1">
              <a:lnSpc>
                <a:spcPct val="80000"/>
              </a:lnSpc>
              <a:buClr>
                <a:srgbClr val="003366"/>
              </a:buClr>
              <a:buSzPct val="150000"/>
              <a:buFont typeface="Arial" panose="020B0604020202020204" pitchFamily="34" charset="0"/>
              <a:buChar char="•"/>
              <a:defRPr/>
            </a:pPr>
            <a:r>
              <a:rPr lang="en-US" altLang="zh-TW" sz="2000" b="1" dirty="0">
                <a:solidFill>
                  <a:srgbClr val="003366"/>
                </a:solidFill>
                <a:latin typeface="Arial"/>
                <a:ea typeface="新細明體"/>
              </a:rPr>
              <a:t>Aim of ANN: </a:t>
            </a:r>
            <a:r>
              <a:rPr lang="en-US" altLang="zh-TW" sz="2000" dirty="0">
                <a:solidFill>
                  <a:srgbClr val="003366"/>
                </a:solidFill>
                <a:latin typeface="Arial"/>
                <a:ea typeface="新細明體"/>
              </a:rPr>
              <a:t>To mimic the human ability to adopt to changing circumstances and current environment. It mainly depends on its ability to learn from the events happened in past and be able tom apply to future situation.</a:t>
            </a:r>
          </a:p>
          <a:p>
            <a:pPr marL="457200" lvl="1" indent="0" eaLnBrk="1" hangingPunct="1">
              <a:lnSpc>
                <a:spcPct val="80000"/>
              </a:lnSpc>
              <a:buClr>
                <a:srgbClr val="003366"/>
              </a:buClr>
              <a:buSzPct val="150000"/>
              <a:buNone/>
              <a:defRPr/>
            </a:pPr>
            <a:r>
              <a:rPr lang="en-US" altLang="zh-TW" sz="2000" dirty="0">
                <a:solidFill>
                  <a:srgbClr val="003366"/>
                </a:solidFill>
                <a:latin typeface="Arial"/>
                <a:ea typeface="新細明體"/>
              </a:rPr>
              <a:t>    </a:t>
            </a:r>
            <a:r>
              <a:rPr lang="en-US" altLang="zh-TW" sz="2000" dirty="0" err="1">
                <a:solidFill>
                  <a:srgbClr val="003366"/>
                </a:solidFill>
                <a:latin typeface="Arial"/>
                <a:ea typeface="新細明體"/>
              </a:rPr>
              <a:t>Eg</a:t>
            </a:r>
            <a:r>
              <a:rPr lang="en-US" altLang="zh-TW" sz="2000" dirty="0">
                <a:solidFill>
                  <a:srgbClr val="003366"/>
                </a:solidFill>
                <a:latin typeface="Arial"/>
                <a:ea typeface="新細明體"/>
              </a:rPr>
              <a:t>: experienced doctor and trainee doctor.</a:t>
            </a:r>
          </a:p>
          <a:p>
            <a:pPr lvl="1" eaLnBrk="1" hangingPunct="1">
              <a:lnSpc>
                <a:spcPct val="80000"/>
              </a:lnSpc>
              <a:buClr>
                <a:srgbClr val="003366"/>
              </a:buClr>
              <a:buSzPct val="150000"/>
              <a:buFont typeface="Arial" panose="020B0604020202020204" pitchFamily="34" charset="0"/>
              <a:buChar char="•"/>
              <a:defRPr/>
            </a:pPr>
            <a:endParaRPr lang="en-US" altLang="zh-TW" sz="2000" dirty="0">
              <a:solidFill>
                <a:srgbClr val="003366"/>
              </a:solidFill>
              <a:latin typeface="Arial"/>
              <a:ea typeface="新細明體"/>
            </a:endParaRPr>
          </a:p>
          <a:p>
            <a:pPr lvl="1" eaLnBrk="1" hangingPunct="1">
              <a:lnSpc>
                <a:spcPct val="80000"/>
              </a:lnSpc>
              <a:buClr>
                <a:srgbClr val="003366"/>
              </a:buClr>
              <a:buSzPct val="150000"/>
              <a:buFont typeface="Arial" panose="020B0604020202020204" pitchFamily="34" charset="0"/>
              <a:buChar char="•"/>
              <a:defRPr/>
            </a:pPr>
            <a:r>
              <a:rPr lang="en-US" altLang="zh-TW" sz="2000" b="1" dirty="0">
                <a:solidFill>
                  <a:srgbClr val="FF0000"/>
                </a:solidFill>
                <a:latin typeface="Arial"/>
                <a:ea typeface="新細明體"/>
              </a:rPr>
              <a:t>ANN…. Simulated version of human brain.</a:t>
            </a:r>
          </a:p>
          <a:p>
            <a:pPr lvl="1" eaLnBrk="1" hangingPunct="1">
              <a:lnSpc>
                <a:spcPct val="80000"/>
              </a:lnSpc>
              <a:buClr>
                <a:srgbClr val="003366"/>
              </a:buClr>
              <a:buSzPct val="150000"/>
              <a:buFont typeface="Arial" panose="020B0604020202020204" pitchFamily="34" charset="0"/>
              <a:buChar char="•"/>
              <a:defRPr/>
            </a:pPr>
            <a:endParaRPr lang="en-US" altLang="zh-TW" sz="2000" dirty="0">
              <a:solidFill>
                <a:srgbClr val="003366"/>
              </a:solidFill>
              <a:latin typeface="Arial"/>
              <a:ea typeface="新細明體"/>
            </a:endParaRPr>
          </a:p>
          <a:p>
            <a:pPr eaLnBrk="1" hangingPunct="1"/>
            <a:endParaRPr lang="en-US" altLang="zh-TW" sz="2400" dirty="0">
              <a:solidFill>
                <a:srgbClr val="8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AB31178D-CE93-43F6-8F42-068BED4E5A12}"/>
              </a:ext>
            </a:extLst>
          </p:cNvPr>
          <p:cNvSpPr>
            <a:spLocks noGrp="1" noChangeArrowheads="1"/>
          </p:cNvSpPr>
          <p:nvPr>
            <p:ph type="title"/>
          </p:nvPr>
        </p:nvSpPr>
        <p:spPr/>
        <p:txBody>
          <a:bodyPr/>
          <a:lstStyle/>
          <a:p>
            <a:r>
              <a:rPr lang="en-IN" altLang="en-US" dirty="0"/>
              <a:t>Biological Neuron</a:t>
            </a:r>
          </a:p>
        </p:txBody>
      </p:sp>
      <p:sp>
        <p:nvSpPr>
          <p:cNvPr id="13315" name="Slide Number Placeholder 3">
            <a:extLst>
              <a:ext uri="{FF2B5EF4-FFF2-40B4-BE49-F238E27FC236}">
                <a16:creationId xmlns:a16="http://schemas.microsoft.com/office/drawing/2014/main" id="{3752E16B-EDBF-4E6C-8436-B3BAB622D347}"/>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75000"/>
              <a:buFont typeface="Wingdings" panose="05000000000000000000" pitchFamily="2" charset="2"/>
              <a:buChar char="l"/>
              <a:defRPr kumimoji="1" sz="2800">
                <a:solidFill>
                  <a:schemeClr val="tx1"/>
                </a:solidFill>
                <a:latin typeface="Arial" panose="020B0604020202020204" pitchFamily="34" charset="0"/>
                <a:ea typeface="PMingLiU" panose="02020500000000000000" pitchFamily="18" charset="-120"/>
              </a:defRPr>
            </a:lvl1pPr>
            <a:lvl2pPr marL="742950" indent="-285750">
              <a:spcBef>
                <a:spcPct val="20000"/>
              </a:spcBef>
              <a:buClr>
                <a:schemeClr val="tx1"/>
              </a:buClr>
              <a:buSzPct val="75000"/>
              <a:buChar char="–"/>
              <a:defRPr kumimoji="1" sz="2400">
                <a:solidFill>
                  <a:schemeClr val="tx1"/>
                </a:solidFill>
                <a:latin typeface="Arial" panose="020B0604020202020204" pitchFamily="34" charset="0"/>
                <a:ea typeface="PMingLiU" panose="02020500000000000000" pitchFamily="18" charset="-120"/>
              </a:defRPr>
            </a:lvl2pPr>
            <a:lvl3pPr marL="1143000" indent="-228600">
              <a:spcBef>
                <a:spcPct val="20000"/>
              </a:spcBef>
              <a:buClr>
                <a:schemeClr val="tx1"/>
              </a:buClr>
              <a:buSzPct val="75000"/>
              <a:buFont typeface="Wingdings" panose="05000000000000000000" pitchFamily="2" charset="2"/>
              <a:buChar char="l"/>
              <a:defRPr kumimoji="1" sz="2000">
                <a:solidFill>
                  <a:schemeClr val="tx1"/>
                </a:solidFill>
                <a:latin typeface="Arial" panose="020B0604020202020204" pitchFamily="34" charset="0"/>
                <a:ea typeface="PMingLiU" panose="02020500000000000000" pitchFamily="18" charset="-120"/>
              </a:defRPr>
            </a:lvl3pPr>
            <a:lvl4pPr marL="1600200" indent="-228600">
              <a:spcBef>
                <a:spcPct val="20000"/>
              </a:spcBef>
              <a:buClr>
                <a:schemeClr val="tx1"/>
              </a:buClr>
              <a:buSzPct val="80000"/>
              <a:buChar char="–"/>
              <a:defRPr kumimoji="1">
                <a:solidFill>
                  <a:schemeClr val="tx1"/>
                </a:solidFill>
                <a:latin typeface="Arial" panose="020B0604020202020204" pitchFamily="34" charset="0"/>
                <a:ea typeface="PMingLiU" panose="02020500000000000000" pitchFamily="18" charset="-120"/>
              </a:defRPr>
            </a:lvl4pPr>
            <a:lvl5pPr marL="2057400" indent="-228600">
              <a:spcBef>
                <a:spcPct val="20000"/>
              </a:spcBef>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9pPr>
          </a:lstStyle>
          <a:p>
            <a:pPr fontAlgn="base">
              <a:spcBef>
                <a:spcPct val="0"/>
              </a:spcBef>
              <a:spcAft>
                <a:spcPct val="0"/>
              </a:spcAft>
              <a:buClrTx/>
              <a:buSzTx/>
              <a:buNone/>
            </a:pPr>
            <a:fld id="{3EE74D07-36B4-4F8E-BC93-235574C12AB3}" type="slidenum">
              <a:rPr kumimoji="0" lang="en-US" altLang="zh-TW" sz="2600">
                <a:solidFill>
                  <a:srgbClr val="FFFFFF"/>
                </a:solidFill>
              </a:rPr>
              <a:pPr fontAlgn="base">
                <a:spcBef>
                  <a:spcPct val="0"/>
                </a:spcBef>
                <a:spcAft>
                  <a:spcPct val="0"/>
                </a:spcAft>
                <a:buClrTx/>
                <a:buSzTx/>
                <a:buNone/>
              </a:pPr>
              <a:t>10</a:t>
            </a:fld>
            <a:endParaRPr kumimoji="0" lang="en-US" altLang="zh-TW" sz="2600">
              <a:solidFill>
                <a:srgbClr val="FFFFFF"/>
              </a:solidFill>
            </a:endParaRPr>
          </a:p>
        </p:txBody>
      </p:sp>
      <p:pic>
        <p:nvPicPr>
          <p:cNvPr id="13316" name="Picture 3">
            <a:extLst>
              <a:ext uri="{FF2B5EF4-FFF2-40B4-BE49-F238E27FC236}">
                <a16:creationId xmlns:a16="http://schemas.microsoft.com/office/drawing/2014/main" id="{CF21D242-0774-41CD-996C-6178872173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2566" t="5525" r="4053" b="12967"/>
          <a:stretch>
            <a:fillRect/>
          </a:stretch>
        </p:blipFill>
        <p:spPr bwMode="auto">
          <a:xfrm>
            <a:off x="2282825" y="2390775"/>
            <a:ext cx="7924800" cy="44799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17" name="TextBox 5">
            <a:extLst>
              <a:ext uri="{FF2B5EF4-FFF2-40B4-BE49-F238E27FC236}">
                <a16:creationId xmlns:a16="http://schemas.microsoft.com/office/drawing/2014/main" id="{589F7B77-F875-43A3-8363-4D1F1F4ED10A}"/>
              </a:ext>
            </a:extLst>
          </p:cNvPr>
          <p:cNvSpPr txBox="1">
            <a:spLocks noChangeArrowheads="1"/>
          </p:cNvSpPr>
          <p:nvPr/>
        </p:nvSpPr>
        <p:spPr bwMode="auto">
          <a:xfrm>
            <a:off x="2424113" y="2390775"/>
            <a:ext cx="3962400" cy="584200"/>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1"/>
              </a:buClr>
              <a:buSzPct val="75000"/>
              <a:buFont typeface="Wingdings" panose="05000000000000000000" pitchFamily="2" charset="2"/>
              <a:buChar char="l"/>
              <a:defRPr kumimoji="1" sz="2800">
                <a:solidFill>
                  <a:schemeClr val="tx1"/>
                </a:solidFill>
                <a:latin typeface="Arial" panose="020B0604020202020204" pitchFamily="34" charset="0"/>
                <a:ea typeface="PMingLiU" panose="02020500000000000000" pitchFamily="18" charset="-120"/>
              </a:defRPr>
            </a:lvl1pPr>
            <a:lvl2pPr marL="742950" indent="-285750">
              <a:spcBef>
                <a:spcPct val="20000"/>
              </a:spcBef>
              <a:buClr>
                <a:schemeClr val="tx1"/>
              </a:buClr>
              <a:buSzPct val="75000"/>
              <a:buChar char="–"/>
              <a:defRPr kumimoji="1" sz="2400">
                <a:solidFill>
                  <a:schemeClr val="tx1"/>
                </a:solidFill>
                <a:latin typeface="Arial" panose="020B0604020202020204" pitchFamily="34" charset="0"/>
                <a:ea typeface="PMingLiU" panose="02020500000000000000" pitchFamily="18" charset="-120"/>
              </a:defRPr>
            </a:lvl2pPr>
            <a:lvl3pPr marL="1143000" indent="-228600">
              <a:spcBef>
                <a:spcPct val="20000"/>
              </a:spcBef>
              <a:buClr>
                <a:schemeClr val="tx1"/>
              </a:buClr>
              <a:buSzPct val="75000"/>
              <a:buFont typeface="Wingdings" panose="05000000000000000000" pitchFamily="2" charset="2"/>
              <a:buChar char="l"/>
              <a:defRPr kumimoji="1" sz="2000">
                <a:solidFill>
                  <a:schemeClr val="tx1"/>
                </a:solidFill>
                <a:latin typeface="Arial" panose="020B0604020202020204" pitchFamily="34" charset="0"/>
                <a:ea typeface="PMingLiU" panose="02020500000000000000" pitchFamily="18" charset="-120"/>
              </a:defRPr>
            </a:lvl3pPr>
            <a:lvl4pPr marL="1600200" indent="-228600">
              <a:spcBef>
                <a:spcPct val="20000"/>
              </a:spcBef>
              <a:buClr>
                <a:schemeClr val="tx1"/>
              </a:buClr>
              <a:buSzPct val="80000"/>
              <a:buChar char="–"/>
              <a:defRPr kumimoji="1">
                <a:solidFill>
                  <a:schemeClr val="tx1"/>
                </a:solidFill>
                <a:latin typeface="Arial" panose="020B0604020202020204" pitchFamily="34" charset="0"/>
                <a:ea typeface="PMingLiU" panose="02020500000000000000" pitchFamily="18" charset="-120"/>
              </a:defRPr>
            </a:lvl4pPr>
            <a:lvl5pPr marL="2057400" indent="-228600">
              <a:spcBef>
                <a:spcPct val="20000"/>
              </a:spcBef>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9pPr>
          </a:lstStyle>
          <a:p>
            <a:pPr eaLnBrk="0" fontAlgn="base" hangingPunct="0">
              <a:spcBef>
                <a:spcPct val="0"/>
              </a:spcBef>
              <a:spcAft>
                <a:spcPct val="0"/>
              </a:spcAft>
              <a:buClrTx/>
              <a:buSzTx/>
              <a:buNone/>
            </a:pPr>
            <a:r>
              <a:rPr lang="en-IN" altLang="en-US" sz="1600" b="1" dirty="0">
                <a:solidFill>
                  <a:srgbClr val="003366"/>
                </a:solidFill>
              </a:rPr>
              <a:t>There are large varieties of neurons in </a:t>
            </a:r>
          </a:p>
          <a:p>
            <a:pPr eaLnBrk="0" fontAlgn="base" hangingPunct="0">
              <a:spcBef>
                <a:spcPct val="0"/>
              </a:spcBef>
              <a:spcAft>
                <a:spcPct val="0"/>
              </a:spcAft>
              <a:buClrTx/>
              <a:buSzTx/>
              <a:buNone/>
            </a:pPr>
            <a:r>
              <a:rPr lang="en-IN" altLang="en-US" sz="1600" b="1" dirty="0">
                <a:solidFill>
                  <a:srgbClr val="003366"/>
                </a:solidFill>
              </a:rPr>
              <a:t>brain with different sizes and shapes </a:t>
            </a:r>
          </a:p>
        </p:txBody>
      </p:sp>
      <p:sp>
        <p:nvSpPr>
          <p:cNvPr id="13318" name="TextBox 6">
            <a:extLst>
              <a:ext uri="{FF2B5EF4-FFF2-40B4-BE49-F238E27FC236}">
                <a16:creationId xmlns:a16="http://schemas.microsoft.com/office/drawing/2014/main" id="{1893C0E8-6921-4B04-BC7E-F0DB69B64E23}"/>
              </a:ext>
            </a:extLst>
          </p:cNvPr>
          <p:cNvSpPr txBox="1">
            <a:spLocks noChangeArrowheads="1"/>
          </p:cNvSpPr>
          <p:nvPr/>
        </p:nvSpPr>
        <p:spPr bwMode="auto">
          <a:xfrm>
            <a:off x="6455609" y="2380582"/>
            <a:ext cx="38242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1"/>
              </a:buClr>
              <a:buSzPct val="75000"/>
              <a:buFont typeface="Wingdings" panose="05000000000000000000" pitchFamily="2" charset="2"/>
              <a:buChar char="l"/>
              <a:defRPr kumimoji="1" sz="2800">
                <a:solidFill>
                  <a:schemeClr val="tx1"/>
                </a:solidFill>
                <a:latin typeface="Arial" panose="020B0604020202020204" pitchFamily="34" charset="0"/>
                <a:ea typeface="PMingLiU" panose="02020500000000000000" pitchFamily="18" charset="-120"/>
              </a:defRPr>
            </a:lvl1pPr>
            <a:lvl2pPr marL="742950" indent="-285750">
              <a:spcBef>
                <a:spcPct val="20000"/>
              </a:spcBef>
              <a:buClr>
                <a:schemeClr val="tx1"/>
              </a:buClr>
              <a:buSzPct val="75000"/>
              <a:buChar char="–"/>
              <a:defRPr kumimoji="1" sz="2400">
                <a:solidFill>
                  <a:schemeClr val="tx1"/>
                </a:solidFill>
                <a:latin typeface="Arial" panose="020B0604020202020204" pitchFamily="34" charset="0"/>
                <a:ea typeface="PMingLiU" panose="02020500000000000000" pitchFamily="18" charset="-120"/>
              </a:defRPr>
            </a:lvl2pPr>
            <a:lvl3pPr marL="1143000" indent="-228600">
              <a:spcBef>
                <a:spcPct val="20000"/>
              </a:spcBef>
              <a:buClr>
                <a:schemeClr val="tx1"/>
              </a:buClr>
              <a:buSzPct val="75000"/>
              <a:buFont typeface="Wingdings" panose="05000000000000000000" pitchFamily="2" charset="2"/>
              <a:buChar char="l"/>
              <a:defRPr kumimoji="1" sz="2000">
                <a:solidFill>
                  <a:schemeClr val="tx1"/>
                </a:solidFill>
                <a:latin typeface="Arial" panose="020B0604020202020204" pitchFamily="34" charset="0"/>
                <a:ea typeface="PMingLiU" panose="02020500000000000000" pitchFamily="18" charset="-120"/>
              </a:defRPr>
            </a:lvl3pPr>
            <a:lvl4pPr marL="1600200" indent="-228600">
              <a:spcBef>
                <a:spcPct val="20000"/>
              </a:spcBef>
              <a:buClr>
                <a:schemeClr val="tx1"/>
              </a:buClr>
              <a:buSzPct val="80000"/>
              <a:buChar char="–"/>
              <a:defRPr kumimoji="1">
                <a:solidFill>
                  <a:schemeClr val="tx1"/>
                </a:solidFill>
                <a:latin typeface="Arial" panose="020B0604020202020204" pitchFamily="34" charset="0"/>
                <a:ea typeface="PMingLiU" panose="02020500000000000000" pitchFamily="18" charset="-120"/>
              </a:defRPr>
            </a:lvl4pPr>
            <a:lvl5pPr marL="2057400" indent="-228600">
              <a:spcBef>
                <a:spcPct val="20000"/>
              </a:spcBef>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9pPr>
          </a:lstStyle>
          <a:p>
            <a:pPr eaLnBrk="0" fontAlgn="base" hangingPunct="0">
              <a:spcBef>
                <a:spcPct val="0"/>
              </a:spcBef>
              <a:spcAft>
                <a:spcPct val="0"/>
              </a:spcAft>
              <a:buClrTx/>
              <a:buSzTx/>
              <a:buNone/>
            </a:pPr>
            <a:r>
              <a:rPr lang="en-IN" altLang="en-US" sz="1600" b="1" dirty="0">
                <a:solidFill>
                  <a:srgbClr val="003366"/>
                </a:solidFill>
              </a:rPr>
              <a:t>Receives the info from other neurons</a:t>
            </a:r>
          </a:p>
        </p:txBody>
      </p:sp>
      <p:sp>
        <p:nvSpPr>
          <p:cNvPr id="13319" name="TextBox 8">
            <a:extLst>
              <a:ext uri="{FF2B5EF4-FFF2-40B4-BE49-F238E27FC236}">
                <a16:creationId xmlns:a16="http://schemas.microsoft.com/office/drawing/2014/main" id="{AD68D657-1904-49D6-8441-47D3FE47EB3A}"/>
              </a:ext>
            </a:extLst>
          </p:cNvPr>
          <p:cNvSpPr txBox="1">
            <a:spLocks noChangeArrowheads="1"/>
          </p:cNvSpPr>
          <p:nvPr/>
        </p:nvSpPr>
        <p:spPr bwMode="auto">
          <a:xfrm>
            <a:off x="5303838" y="3419476"/>
            <a:ext cx="22479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1"/>
              </a:buClr>
              <a:buSzPct val="75000"/>
              <a:buFont typeface="Wingdings" panose="05000000000000000000" pitchFamily="2" charset="2"/>
              <a:buChar char="l"/>
              <a:defRPr kumimoji="1" sz="2800">
                <a:solidFill>
                  <a:schemeClr val="tx1"/>
                </a:solidFill>
                <a:latin typeface="Arial" panose="020B0604020202020204" pitchFamily="34" charset="0"/>
                <a:ea typeface="PMingLiU" panose="02020500000000000000" pitchFamily="18" charset="-120"/>
              </a:defRPr>
            </a:lvl1pPr>
            <a:lvl2pPr marL="742950" indent="-285750">
              <a:spcBef>
                <a:spcPct val="20000"/>
              </a:spcBef>
              <a:buClr>
                <a:schemeClr val="tx1"/>
              </a:buClr>
              <a:buSzPct val="75000"/>
              <a:buChar char="–"/>
              <a:defRPr kumimoji="1" sz="2400">
                <a:solidFill>
                  <a:schemeClr val="tx1"/>
                </a:solidFill>
                <a:latin typeface="Arial" panose="020B0604020202020204" pitchFamily="34" charset="0"/>
                <a:ea typeface="PMingLiU" panose="02020500000000000000" pitchFamily="18" charset="-120"/>
              </a:defRPr>
            </a:lvl2pPr>
            <a:lvl3pPr marL="1143000" indent="-228600">
              <a:spcBef>
                <a:spcPct val="20000"/>
              </a:spcBef>
              <a:buClr>
                <a:schemeClr val="tx1"/>
              </a:buClr>
              <a:buSzPct val="75000"/>
              <a:buFont typeface="Wingdings" panose="05000000000000000000" pitchFamily="2" charset="2"/>
              <a:buChar char="l"/>
              <a:defRPr kumimoji="1" sz="2000">
                <a:solidFill>
                  <a:schemeClr val="tx1"/>
                </a:solidFill>
                <a:latin typeface="Arial" panose="020B0604020202020204" pitchFamily="34" charset="0"/>
                <a:ea typeface="PMingLiU" panose="02020500000000000000" pitchFamily="18" charset="-120"/>
              </a:defRPr>
            </a:lvl3pPr>
            <a:lvl4pPr marL="1600200" indent="-228600">
              <a:spcBef>
                <a:spcPct val="20000"/>
              </a:spcBef>
              <a:buClr>
                <a:schemeClr val="tx1"/>
              </a:buClr>
              <a:buSzPct val="80000"/>
              <a:buChar char="–"/>
              <a:defRPr kumimoji="1">
                <a:solidFill>
                  <a:schemeClr val="tx1"/>
                </a:solidFill>
                <a:latin typeface="Arial" panose="020B0604020202020204" pitchFamily="34" charset="0"/>
                <a:ea typeface="PMingLiU" panose="02020500000000000000" pitchFamily="18" charset="-120"/>
              </a:defRPr>
            </a:lvl4pPr>
            <a:lvl5pPr marL="2057400" indent="-228600">
              <a:spcBef>
                <a:spcPct val="20000"/>
              </a:spcBef>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9pPr>
          </a:lstStyle>
          <a:p>
            <a:pPr eaLnBrk="0" fontAlgn="base" hangingPunct="0">
              <a:spcBef>
                <a:spcPct val="0"/>
              </a:spcBef>
              <a:spcAft>
                <a:spcPct val="0"/>
              </a:spcAft>
              <a:buClrTx/>
              <a:buSzTx/>
              <a:buNone/>
            </a:pPr>
            <a:r>
              <a:rPr lang="en-IN" altLang="en-US" sz="1600" b="1" dirty="0">
                <a:solidFill>
                  <a:srgbClr val="003366"/>
                </a:solidFill>
              </a:rPr>
              <a:t>Processes the inputs</a:t>
            </a:r>
          </a:p>
        </p:txBody>
      </p:sp>
      <p:cxnSp>
        <p:nvCxnSpPr>
          <p:cNvPr id="13320" name="Straight Arrow Connector 11">
            <a:extLst>
              <a:ext uri="{FF2B5EF4-FFF2-40B4-BE49-F238E27FC236}">
                <a16:creationId xmlns:a16="http://schemas.microsoft.com/office/drawing/2014/main" id="{E40696BF-4EDC-4184-BFDD-382017DDC6D3}"/>
              </a:ext>
            </a:extLst>
          </p:cNvPr>
          <p:cNvCxnSpPr>
            <a:cxnSpLocks noChangeShapeType="1"/>
          </p:cNvCxnSpPr>
          <p:nvPr/>
        </p:nvCxnSpPr>
        <p:spPr bwMode="auto">
          <a:xfrm>
            <a:off x="7032626" y="3789363"/>
            <a:ext cx="358775" cy="360362"/>
          </a:xfrm>
          <a:prstGeom prst="straightConnector1">
            <a:avLst/>
          </a:prstGeom>
          <a:noFill/>
          <a:ln w="95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Straight Arrow Connector 15">
            <a:extLst>
              <a:ext uri="{FF2B5EF4-FFF2-40B4-BE49-F238E27FC236}">
                <a16:creationId xmlns:a16="http://schemas.microsoft.com/office/drawing/2014/main" id="{64E8152B-0428-43FC-9A9D-0A437F0B7B6B}"/>
              </a:ext>
            </a:extLst>
          </p:cNvPr>
          <p:cNvCxnSpPr>
            <a:cxnSpLocks/>
          </p:cNvCxnSpPr>
          <p:nvPr/>
        </p:nvCxnSpPr>
        <p:spPr bwMode="auto">
          <a:xfrm flipH="1">
            <a:off x="8056565" y="2682003"/>
            <a:ext cx="383379" cy="261979"/>
          </a:xfrm>
          <a:prstGeom prst="straightConnector1">
            <a:avLst/>
          </a:prstGeom>
          <a:solidFill>
            <a:schemeClr val="accent1"/>
          </a:solidFill>
          <a:ln w="9525" cap="flat" cmpd="sng" algn="ctr">
            <a:solidFill>
              <a:schemeClr val="bg2">
                <a:lumMod val="50000"/>
              </a:schemeClr>
            </a:solidFill>
            <a:prstDash val="solid"/>
            <a:round/>
            <a:headEnd type="none" w="med" len="med"/>
            <a:tailEnd type="triangle"/>
          </a:ln>
          <a:effectLst/>
        </p:spPr>
      </p:cxnSp>
      <p:cxnSp>
        <p:nvCxnSpPr>
          <p:cNvPr id="13322" name="Straight Arrow Connector 17">
            <a:extLst>
              <a:ext uri="{FF2B5EF4-FFF2-40B4-BE49-F238E27FC236}">
                <a16:creationId xmlns:a16="http://schemas.microsoft.com/office/drawing/2014/main" id="{16B3B4B7-C274-4C56-A0F7-120AD894BCEC}"/>
              </a:ext>
            </a:extLst>
          </p:cNvPr>
          <p:cNvCxnSpPr>
            <a:cxnSpLocks noChangeShapeType="1"/>
          </p:cNvCxnSpPr>
          <p:nvPr/>
        </p:nvCxnSpPr>
        <p:spPr bwMode="auto">
          <a:xfrm>
            <a:off x="6272213" y="4257676"/>
            <a:ext cx="0" cy="360363"/>
          </a:xfrm>
          <a:prstGeom prst="straightConnector1">
            <a:avLst/>
          </a:prstGeom>
          <a:noFill/>
          <a:ln w="95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323" name="TextBox 18">
            <a:extLst>
              <a:ext uri="{FF2B5EF4-FFF2-40B4-BE49-F238E27FC236}">
                <a16:creationId xmlns:a16="http://schemas.microsoft.com/office/drawing/2014/main" id="{4AF0771B-837F-4E67-A6E8-C5BD42C92E92}"/>
              </a:ext>
            </a:extLst>
          </p:cNvPr>
          <p:cNvSpPr txBox="1">
            <a:spLocks noChangeArrowheads="1"/>
          </p:cNvSpPr>
          <p:nvPr/>
        </p:nvSpPr>
        <p:spPr bwMode="auto">
          <a:xfrm>
            <a:off x="4405313" y="4599991"/>
            <a:ext cx="36226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1"/>
              </a:buClr>
              <a:buSzPct val="75000"/>
              <a:buFont typeface="Wingdings" panose="05000000000000000000" pitchFamily="2" charset="2"/>
              <a:buChar char="l"/>
              <a:defRPr kumimoji="1" sz="2800">
                <a:solidFill>
                  <a:schemeClr val="tx1"/>
                </a:solidFill>
                <a:latin typeface="Arial" panose="020B0604020202020204" pitchFamily="34" charset="0"/>
                <a:ea typeface="PMingLiU" panose="02020500000000000000" pitchFamily="18" charset="-120"/>
              </a:defRPr>
            </a:lvl1pPr>
            <a:lvl2pPr marL="742950" indent="-285750">
              <a:spcBef>
                <a:spcPct val="20000"/>
              </a:spcBef>
              <a:buClr>
                <a:schemeClr val="tx1"/>
              </a:buClr>
              <a:buSzPct val="75000"/>
              <a:buChar char="–"/>
              <a:defRPr kumimoji="1" sz="2400">
                <a:solidFill>
                  <a:schemeClr val="tx1"/>
                </a:solidFill>
                <a:latin typeface="Arial" panose="020B0604020202020204" pitchFamily="34" charset="0"/>
                <a:ea typeface="PMingLiU" panose="02020500000000000000" pitchFamily="18" charset="-120"/>
              </a:defRPr>
            </a:lvl2pPr>
            <a:lvl3pPr marL="1143000" indent="-228600">
              <a:spcBef>
                <a:spcPct val="20000"/>
              </a:spcBef>
              <a:buClr>
                <a:schemeClr val="tx1"/>
              </a:buClr>
              <a:buSzPct val="75000"/>
              <a:buFont typeface="Wingdings" panose="05000000000000000000" pitchFamily="2" charset="2"/>
              <a:buChar char="l"/>
              <a:defRPr kumimoji="1" sz="2000">
                <a:solidFill>
                  <a:schemeClr val="tx1"/>
                </a:solidFill>
                <a:latin typeface="Arial" panose="020B0604020202020204" pitchFamily="34" charset="0"/>
                <a:ea typeface="PMingLiU" panose="02020500000000000000" pitchFamily="18" charset="-120"/>
              </a:defRPr>
            </a:lvl3pPr>
            <a:lvl4pPr marL="1600200" indent="-228600">
              <a:spcBef>
                <a:spcPct val="20000"/>
              </a:spcBef>
              <a:buClr>
                <a:schemeClr val="tx1"/>
              </a:buClr>
              <a:buSzPct val="80000"/>
              <a:buChar char="–"/>
              <a:defRPr kumimoji="1">
                <a:solidFill>
                  <a:schemeClr val="tx1"/>
                </a:solidFill>
                <a:latin typeface="Arial" panose="020B0604020202020204" pitchFamily="34" charset="0"/>
                <a:ea typeface="PMingLiU" panose="02020500000000000000" pitchFamily="18" charset="-120"/>
              </a:defRPr>
            </a:lvl4pPr>
            <a:lvl5pPr marL="2057400" indent="-228600">
              <a:spcBef>
                <a:spcPct val="20000"/>
              </a:spcBef>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9pPr>
          </a:lstStyle>
          <a:p>
            <a:pPr eaLnBrk="0" fontAlgn="base" hangingPunct="0">
              <a:spcBef>
                <a:spcPct val="0"/>
              </a:spcBef>
              <a:spcAft>
                <a:spcPct val="0"/>
              </a:spcAft>
              <a:buClrTx/>
              <a:buSzTx/>
              <a:buNone/>
            </a:pPr>
            <a:r>
              <a:rPr lang="en-IN" altLang="en-US" sz="1600" b="1" dirty="0">
                <a:solidFill>
                  <a:srgbClr val="003366"/>
                </a:solidFill>
              </a:rPr>
              <a:t>Turn processed inputs into outputs</a:t>
            </a:r>
          </a:p>
        </p:txBody>
      </p:sp>
      <p:sp>
        <p:nvSpPr>
          <p:cNvPr id="13324" name="TextBox 20">
            <a:extLst>
              <a:ext uri="{FF2B5EF4-FFF2-40B4-BE49-F238E27FC236}">
                <a16:creationId xmlns:a16="http://schemas.microsoft.com/office/drawing/2014/main" id="{4E8F0D67-54AB-4728-A06E-8CFDE73FC3DF}"/>
              </a:ext>
            </a:extLst>
          </p:cNvPr>
          <p:cNvSpPr txBox="1">
            <a:spLocks noChangeArrowheads="1"/>
          </p:cNvSpPr>
          <p:nvPr/>
        </p:nvSpPr>
        <p:spPr bwMode="auto">
          <a:xfrm>
            <a:off x="3563854" y="5861927"/>
            <a:ext cx="45862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1"/>
              </a:buClr>
              <a:buSzPct val="75000"/>
              <a:buFont typeface="Wingdings" panose="05000000000000000000" pitchFamily="2" charset="2"/>
              <a:buChar char="l"/>
              <a:defRPr kumimoji="1" sz="2800">
                <a:solidFill>
                  <a:schemeClr val="tx1"/>
                </a:solidFill>
                <a:latin typeface="Arial" panose="020B0604020202020204" pitchFamily="34" charset="0"/>
                <a:ea typeface="PMingLiU" panose="02020500000000000000" pitchFamily="18" charset="-120"/>
              </a:defRPr>
            </a:lvl1pPr>
            <a:lvl2pPr marL="742950" indent="-285750">
              <a:spcBef>
                <a:spcPct val="20000"/>
              </a:spcBef>
              <a:buClr>
                <a:schemeClr val="tx1"/>
              </a:buClr>
              <a:buSzPct val="75000"/>
              <a:buChar char="–"/>
              <a:defRPr kumimoji="1" sz="2400">
                <a:solidFill>
                  <a:schemeClr val="tx1"/>
                </a:solidFill>
                <a:latin typeface="Arial" panose="020B0604020202020204" pitchFamily="34" charset="0"/>
                <a:ea typeface="PMingLiU" panose="02020500000000000000" pitchFamily="18" charset="-120"/>
              </a:defRPr>
            </a:lvl2pPr>
            <a:lvl3pPr marL="1143000" indent="-228600">
              <a:spcBef>
                <a:spcPct val="20000"/>
              </a:spcBef>
              <a:buClr>
                <a:schemeClr val="tx1"/>
              </a:buClr>
              <a:buSzPct val="75000"/>
              <a:buFont typeface="Wingdings" panose="05000000000000000000" pitchFamily="2" charset="2"/>
              <a:buChar char="l"/>
              <a:defRPr kumimoji="1" sz="2000">
                <a:solidFill>
                  <a:schemeClr val="tx1"/>
                </a:solidFill>
                <a:latin typeface="Arial" panose="020B0604020202020204" pitchFamily="34" charset="0"/>
                <a:ea typeface="PMingLiU" panose="02020500000000000000" pitchFamily="18" charset="-120"/>
              </a:defRPr>
            </a:lvl3pPr>
            <a:lvl4pPr marL="1600200" indent="-228600">
              <a:spcBef>
                <a:spcPct val="20000"/>
              </a:spcBef>
              <a:buClr>
                <a:schemeClr val="tx1"/>
              </a:buClr>
              <a:buSzPct val="80000"/>
              <a:buChar char="–"/>
              <a:defRPr kumimoji="1">
                <a:solidFill>
                  <a:schemeClr val="tx1"/>
                </a:solidFill>
                <a:latin typeface="Arial" panose="020B0604020202020204" pitchFamily="34" charset="0"/>
                <a:ea typeface="PMingLiU" panose="02020500000000000000" pitchFamily="18" charset="-120"/>
              </a:defRPr>
            </a:lvl4pPr>
            <a:lvl5pPr marL="2057400" indent="-228600">
              <a:spcBef>
                <a:spcPct val="20000"/>
              </a:spcBef>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9pPr>
          </a:lstStyle>
          <a:p>
            <a:pPr eaLnBrk="0" fontAlgn="base" hangingPunct="0">
              <a:spcBef>
                <a:spcPct val="0"/>
              </a:spcBef>
              <a:spcAft>
                <a:spcPct val="0"/>
              </a:spcAft>
              <a:buClrTx/>
              <a:buSzTx/>
              <a:buNone/>
            </a:pPr>
            <a:r>
              <a:rPr lang="en-IN" altLang="en-US" sz="1600" b="1" dirty="0">
                <a:solidFill>
                  <a:srgbClr val="003366"/>
                </a:solidFill>
              </a:rPr>
              <a:t>Electro mechanical contact between neurons</a:t>
            </a:r>
          </a:p>
        </p:txBody>
      </p:sp>
      <p:cxnSp>
        <p:nvCxnSpPr>
          <p:cNvPr id="13325" name="Straight Arrow Connector 22">
            <a:extLst>
              <a:ext uri="{FF2B5EF4-FFF2-40B4-BE49-F238E27FC236}">
                <a16:creationId xmlns:a16="http://schemas.microsoft.com/office/drawing/2014/main" id="{D425F0F8-BBE3-4E0A-A601-07DC1109DCD6}"/>
              </a:ext>
            </a:extLst>
          </p:cNvPr>
          <p:cNvCxnSpPr>
            <a:cxnSpLocks noChangeShapeType="1"/>
          </p:cNvCxnSpPr>
          <p:nvPr/>
        </p:nvCxnSpPr>
        <p:spPr bwMode="auto">
          <a:xfrm>
            <a:off x="5304465" y="5591219"/>
            <a:ext cx="636754" cy="307516"/>
          </a:xfrm>
          <a:prstGeom prst="straightConnector1">
            <a:avLst/>
          </a:prstGeom>
          <a:noFill/>
          <a:ln w="95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FD933A3B-6AF0-4124-AB6F-963A84F2C16D}"/>
              </a:ext>
            </a:extLst>
          </p:cNvPr>
          <p:cNvSpPr>
            <a:spLocks noGrp="1" noChangeArrowheads="1"/>
          </p:cNvSpPr>
          <p:nvPr>
            <p:ph type="title"/>
          </p:nvPr>
        </p:nvSpPr>
        <p:spPr/>
        <p:txBody>
          <a:bodyPr/>
          <a:lstStyle/>
          <a:p>
            <a:r>
              <a:rPr lang="en-IN" altLang="en-US"/>
              <a:t>Biological Neuron</a:t>
            </a:r>
          </a:p>
        </p:txBody>
      </p:sp>
      <p:sp>
        <p:nvSpPr>
          <p:cNvPr id="3" name="Content Placeholder 2">
            <a:extLst>
              <a:ext uri="{FF2B5EF4-FFF2-40B4-BE49-F238E27FC236}">
                <a16:creationId xmlns:a16="http://schemas.microsoft.com/office/drawing/2014/main" id="{C26E6315-9D0B-445B-8519-5063AB5B2652}"/>
              </a:ext>
            </a:extLst>
          </p:cNvPr>
          <p:cNvSpPr>
            <a:spLocks noGrp="1"/>
          </p:cNvSpPr>
          <p:nvPr>
            <p:ph idx="1"/>
          </p:nvPr>
        </p:nvSpPr>
        <p:spPr>
          <a:xfrm>
            <a:off x="1130968" y="2362200"/>
            <a:ext cx="10948847" cy="4495800"/>
          </a:xfrm>
        </p:spPr>
        <p:txBody>
          <a:bodyPr/>
          <a:lstStyle/>
          <a:p>
            <a:pPr eaLnBrk="1" hangingPunct="1">
              <a:buClr>
                <a:srgbClr val="FFCC66"/>
              </a:buClr>
              <a:buSzPct val="80000"/>
              <a:buFont typeface="Wingdings" panose="05000000000000000000" pitchFamily="2" charset="2"/>
              <a:buNone/>
              <a:defRPr/>
            </a:pPr>
            <a:r>
              <a:rPr lang="en-US" altLang="en-US" sz="1800" dirty="0">
                <a:solidFill>
                  <a:srgbClr val="003366"/>
                </a:solidFill>
                <a:ea typeface="新細明體"/>
              </a:rPr>
              <a:t>Composed of  </a:t>
            </a:r>
          </a:p>
          <a:p>
            <a:pPr eaLnBrk="1" hangingPunct="1">
              <a:spcBef>
                <a:spcPts val="1200"/>
              </a:spcBef>
              <a:buClr>
                <a:srgbClr val="FFCC66"/>
              </a:buClr>
              <a:buSzPct val="80000"/>
              <a:defRPr/>
            </a:pPr>
            <a:r>
              <a:rPr lang="en-US" altLang="en-US" sz="1800" b="1" dirty="0">
                <a:solidFill>
                  <a:srgbClr val="003366"/>
                </a:solidFill>
                <a:ea typeface="新細明體"/>
              </a:rPr>
              <a:t>Cell body (soma) </a:t>
            </a:r>
          </a:p>
          <a:p>
            <a:pPr eaLnBrk="1" hangingPunct="1">
              <a:spcBef>
                <a:spcPts val="1200"/>
              </a:spcBef>
              <a:buClr>
                <a:srgbClr val="FFCC66"/>
              </a:buClr>
              <a:buSzPct val="80000"/>
              <a:defRPr/>
            </a:pPr>
            <a:r>
              <a:rPr lang="en-US" altLang="en-US" sz="1800" dirty="0">
                <a:solidFill>
                  <a:srgbClr val="003366"/>
                </a:solidFill>
                <a:ea typeface="新細明體"/>
              </a:rPr>
              <a:t>Tubular </a:t>
            </a:r>
            <a:r>
              <a:rPr lang="en-US" altLang="en-US" sz="1800" b="1" dirty="0">
                <a:solidFill>
                  <a:srgbClr val="003366"/>
                </a:solidFill>
                <a:ea typeface="新細明體"/>
              </a:rPr>
              <a:t>axon </a:t>
            </a:r>
            <a:r>
              <a:rPr lang="en-US" altLang="en-US" sz="1800" dirty="0">
                <a:solidFill>
                  <a:srgbClr val="003366"/>
                </a:solidFill>
                <a:ea typeface="新細明體"/>
              </a:rPr>
              <a:t>(output) which further branches in to a number of synapses connected to neighboring neurons.</a:t>
            </a:r>
          </a:p>
          <a:p>
            <a:pPr eaLnBrk="1" hangingPunct="1">
              <a:spcBef>
                <a:spcPts val="1200"/>
              </a:spcBef>
              <a:buClr>
                <a:srgbClr val="FFCC66"/>
              </a:buClr>
              <a:buSzPct val="80000"/>
              <a:defRPr/>
            </a:pPr>
            <a:r>
              <a:rPr lang="en-US" altLang="en-US" sz="1800" dirty="0">
                <a:solidFill>
                  <a:srgbClr val="003366"/>
                </a:solidFill>
                <a:ea typeface="新細明體"/>
              </a:rPr>
              <a:t>Multiples of input </a:t>
            </a:r>
            <a:r>
              <a:rPr lang="en-US" altLang="en-US" sz="1800" b="1" dirty="0">
                <a:solidFill>
                  <a:srgbClr val="003366"/>
                </a:solidFill>
                <a:ea typeface="新細明體"/>
              </a:rPr>
              <a:t>dendrites</a:t>
            </a:r>
            <a:r>
              <a:rPr lang="en-US" altLang="en-US" sz="1800" dirty="0">
                <a:solidFill>
                  <a:srgbClr val="003366"/>
                </a:solidFill>
                <a:ea typeface="新細明體"/>
              </a:rPr>
              <a:t> connected to synapses of neighboring neurons by synaptic junctions.</a:t>
            </a:r>
          </a:p>
          <a:p>
            <a:pPr eaLnBrk="1" hangingPunct="1">
              <a:spcBef>
                <a:spcPts val="1200"/>
              </a:spcBef>
              <a:buClr>
                <a:srgbClr val="FFCC66"/>
              </a:buClr>
              <a:buSzPct val="80000"/>
              <a:defRPr/>
            </a:pPr>
            <a:r>
              <a:rPr lang="en-US" altLang="en-US" sz="1800" dirty="0">
                <a:ea typeface="+mn-ea"/>
              </a:rPr>
              <a:t>Output of the neuron is in the form of electric pulse which travels down the axon to synaptic junctions.</a:t>
            </a:r>
          </a:p>
          <a:p>
            <a:pPr eaLnBrk="1" hangingPunct="1">
              <a:spcBef>
                <a:spcPts val="1200"/>
              </a:spcBef>
              <a:buClr>
                <a:srgbClr val="FFCC66"/>
              </a:buClr>
              <a:buSzPct val="80000"/>
              <a:defRPr/>
            </a:pPr>
            <a:r>
              <a:rPr lang="en-US" altLang="en-US" sz="1800" b="1" dirty="0">
                <a:ea typeface="+mn-ea"/>
              </a:rPr>
              <a:t>Synapses</a:t>
            </a:r>
            <a:r>
              <a:rPr lang="en-US" altLang="en-US" sz="1800" dirty="0">
                <a:ea typeface="+mn-ea"/>
              </a:rPr>
              <a:t> mediate interaction between neurons, convert pre-synaptic electric signal in to chemical signal and post synaptic chemical signal in to electric signal.</a:t>
            </a:r>
          </a:p>
          <a:p>
            <a:pPr eaLnBrk="1" hangingPunct="1">
              <a:spcBef>
                <a:spcPts val="1200"/>
              </a:spcBef>
              <a:buClr>
                <a:srgbClr val="FFCC66"/>
              </a:buClr>
              <a:buSzPct val="80000"/>
              <a:defRPr/>
            </a:pPr>
            <a:r>
              <a:rPr lang="en-US" altLang="en-US" sz="1800" dirty="0">
                <a:ea typeface="+mn-ea"/>
              </a:rPr>
              <a:t>Effect is to raise electrical potential within the cell.</a:t>
            </a:r>
          </a:p>
          <a:p>
            <a:pPr eaLnBrk="1" hangingPunct="1">
              <a:spcBef>
                <a:spcPts val="1200"/>
              </a:spcBef>
              <a:buClr>
                <a:srgbClr val="FFCC66"/>
              </a:buClr>
              <a:buSzPct val="80000"/>
              <a:defRPr/>
            </a:pPr>
            <a:r>
              <a:rPr lang="en-US" altLang="en-US" sz="1800" dirty="0">
                <a:ea typeface="+mn-ea"/>
              </a:rPr>
              <a:t>When the net potential exceeds a threshold the cell fires and output in the form of electric impulse travels down the axon to synapses of other cells.</a:t>
            </a:r>
          </a:p>
          <a:p>
            <a:pPr>
              <a:defRPr/>
            </a:pPr>
            <a:endParaRPr lang="en-IN" dirty="0"/>
          </a:p>
        </p:txBody>
      </p:sp>
      <p:sp>
        <p:nvSpPr>
          <p:cNvPr id="14340" name="Slide Number Placeholder 3">
            <a:extLst>
              <a:ext uri="{FF2B5EF4-FFF2-40B4-BE49-F238E27FC236}">
                <a16:creationId xmlns:a16="http://schemas.microsoft.com/office/drawing/2014/main" id="{7DAF8527-6675-40EC-AE17-8DE1C8C2DE04}"/>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75000"/>
              <a:buFont typeface="Wingdings" panose="05000000000000000000" pitchFamily="2" charset="2"/>
              <a:buChar char="l"/>
              <a:defRPr kumimoji="1" sz="2800">
                <a:solidFill>
                  <a:schemeClr val="tx1"/>
                </a:solidFill>
                <a:latin typeface="Arial" panose="020B0604020202020204" pitchFamily="34" charset="0"/>
                <a:ea typeface="PMingLiU" panose="02020500000000000000" pitchFamily="18" charset="-120"/>
              </a:defRPr>
            </a:lvl1pPr>
            <a:lvl2pPr marL="742950" indent="-285750">
              <a:spcBef>
                <a:spcPct val="20000"/>
              </a:spcBef>
              <a:buClr>
                <a:schemeClr val="tx1"/>
              </a:buClr>
              <a:buSzPct val="75000"/>
              <a:buChar char="–"/>
              <a:defRPr kumimoji="1" sz="2400">
                <a:solidFill>
                  <a:schemeClr val="tx1"/>
                </a:solidFill>
                <a:latin typeface="Arial" panose="020B0604020202020204" pitchFamily="34" charset="0"/>
                <a:ea typeface="PMingLiU" panose="02020500000000000000" pitchFamily="18" charset="-120"/>
              </a:defRPr>
            </a:lvl2pPr>
            <a:lvl3pPr marL="1143000" indent="-228600">
              <a:spcBef>
                <a:spcPct val="20000"/>
              </a:spcBef>
              <a:buClr>
                <a:schemeClr val="tx1"/>
              </a:buClr>
              <a:buSzPct val="75000"/>
              <a:buFont typeface="Wingdings" panose="05000000000000000000" pitchFamily="2" charset="2"/>
              <a:buChar char="l"/>
              <a:defRPr kumimoji="1" sz="2000">
                <a:solidFill>
                  <a:schemeClr val="tx1"/>
                </a:solidFill>
                <a:latin typeface="Arial" panose="020B0604020202020204" pitchFamily="34" charset="0"/>
                <a:ea typeface="PMingLiU" panose="02020500000000000000" pitchFamily="18" charset="-120"/>
              </a:defRPr>
            </a:lvl3pPr>
            <a:lvl4pPr marL="1600200" indent="-228600">
              <a:spcBef>
                <a:spcPct val="20000"/>
              </a:spcBef>
              <a:buClr>
                <a:schemeClr val="tx1"/>
              </a:buClr>
              <a:buSzPct val="80000"/>
              <a:buChar char="–"/>
              <a:defRPr kumimoji="1">
                <a:solidFill>
                  <a:schemeClr val="tx1"/>
                </a:solidFill>
                <a:latin typeface="Arial" panose="020B0604020202020204" pitchFamily="34" charset="0"/>
                <a:ea typeface="PMingLiU" panose="02020500000000000000" pitchFamily="18" charset="-120"/>
              </a:defRPr>
            </a:lvl4pPr>
            <a:lvl5pPr marL="2057400" indent="-228600">
              <a:spcBef>
                <a:spcPct val="20000"/>
              </a:spcBef>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9pPr>
          </a:lstStyle>
          <a:p>
            <a:pPr fontAlgn="base">
              <a:spcBef>
                <a:spcPct val="0"/>
              </a:spcBef>
              <a:spcAft>
                <a:spcPct val="0"/>
              </a:spcAft>
              <a:buClrTx/>
              <a:buSzTx/>
              <a:buNone/>
            </a:pPr>
            <a:fld id="{24402368-89FB-4802-BF88-641D65537B8E}" type="slidenum">
              <a:rPr kumimoji="0" lang="en-US" altLang="zh-TW" sz="2600">
                <a:solidFill>
                  <a:srgbClr val="FFFFFF"/>
                </a:solidFill>
              </a:rPr>
              <a:pPr fontAlgn="base">
                <a:spcBef>
                  <a:spcPct val="0"/>
                </a:spcBef>
                <a:spcAft>
                  <a:spcPct val="0"/>
                </a:spcAft>
                <a:buClrTx/>
                <a:buSzTx/>
                <a:buNone/>
              </a:pPr>
              <a:t>11</a:t>
            </a:fld>
            <a:endParaRPr kumimoji="0" lang="en-US" altLang="zh-TW" sz="2600">
              <a:solidFill>
                <a:srgbClr val="FFFF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C7BF2199-C20E-40CD-BBDB-7322BF6D53DF}"/>
              </a:ext>
            </a:extLst>
          </p:cNvPr>
          <p:cNvSpPr>
            <a:spLocks noGrp="1" noChangeArrowheads="1"/>
          </p:cNvSpPr>
          <p:nvPr>
            <p:ph type="title"/>
          </p:nvPr>
        </p:nvSpPr>
        <p:spPr/>
        <p:txBody>
          <a:bodyPr/>
          <a:lstStyle/>
          <a:p>
            <a:r>
              <a:rPr lang="en-IN" altLang="en-US" dirty="0"/>
              <a:t>Biological Neuron</a:t>
            </a:r>
          </a:p>
        </p:txBody>
      </p:sp>
      <p:sp>
        <p:nvSpPr>
          <p:cNvPr id="15363" name="Content Placeholder 2">
            <a:extLst>
              <a:ext uri="{FF2B5EF4-FFF2-40B4-BE49-F238E27FC236}">
                <a16:creationId xmlns:a16="http://schemas.microsoft.com/office/drawing/2014/main" id="{71C204D2-9541-4F40-8B64-F0C25AE8BB8D}"/>
              </a:ext>
            </a:extLst>
          </p:cNvPr>
          <p:cNvSpPr>
            <a:spLocks noGrp="1" noChangeArrowheads="1"/>
          </p:cNvSpPr>
          <p:nvPr>
            <p:ph idx="1"/>
          </p:nvPr>
        </p:nvSpPr>
        <p:spPr>
          <a:xfrm>
            <a:off x="1106905" y="2362201"/>
            <a:ext cx="10972911" cy="4162425"/>
          </a:xfrm>
        </p:spPr>
        <p:txBody>
          <a:bodyPr/>
          <a:lstStyle/>
          <a:p>
            <a:r>
              <a:rPr lang="en-IN" altLang="en-US" sz="2000" dirty="0">
                <a:solidFill>
                  <a:srgbClr val="003366"/>
                </a:solidFill>
              </a:rPr>
              <a:t>Whenever neuron membrane potential exceeds threshold level </a:t>
            </a:r>
            <a:r>
              <a:rPr lang="en-IN" altLang="en-US" sz="2000" b="1" dirty="0">
                <a:solidFill>
                  <a:srgbClr val="003366"/>
                </a:solidFill>
              </a:rPr>
              <a:t>(normally 40mv), </a:t>
            </a:r>
            <a:r>
              <a:rPr lang="en-IN" altLang="en-US" sz="2000" dirty="0">
                <a:solidFill>
                  <a:srgbClr val="003366"/>
                </a:solidFill>
              </a:rPr>
              <a:t>it generates the train of pulses and neuron fires.</a:t>
            </a:r>
          </a:p>
          <a:p>
            <a:endParaRPr lang="en-IN" altLang="en-US" sz="2000" dirty="0">
              <a:solidFill>
                <a:srgbClr val="003366"/>
              </a:solidFill>
            </a:endParaRPr>
          </a:p>
          <a:p>
            <a:r>
              <a:rPr lang="en-IN" altLang="en-US" sz="2000" dirty="0">
                <a:solidFill>
                  <a:srgbClr val="003366"/>
                </a:solidFill>
              </a:rPr>
              <a:t>If incoming impulses are causing firing, they are called as </a:t>
            </a:r>
            <a:r>
              <a:rPr lang="en-IN" altLang="en-US" sz="2000" b="1" dirty="0">
                <a:solidFill>
                  <a:srgbClr val="003366"/>
                </a:solidFill>
              </a:rPr>
              <a:t>excitatory</a:t>
            </a:r>
            <a:r>
              <a:rPr lang="en-IN" altLang="en-US" sz="2000" dirty="0">
                <a:solidFill>
                  <a:srgbClr val="003366"/>
                </a:solidFill>
              </a:rPr>
              <a:t> and if incoming impulses are opposing the firing of neuron, they are called </a:t>
            </a:r>
            <a:r>
              <a:rPr lang="en-IN" altLang="en-US" sz="2000" b="1" dirty="0">
                <a:solidFill>
                  <a:srgbClr val="003366"/>
                </a:solidFill>
              </a:rPr>
              <a:t>inhibitory.</a:t>
            </a:r>
            <a:r>
              <a:rPr lang="en-IN" altLang="en-US" sz="2000" dirty="0">
                <a:solidFill>
                  <a:srgbClr val="003366"/>
                </a:solidFill>
              </a:rPr>
              <a:t> </a:t>
            </a:r>
          </a:p>
          <a:p>
            <a:endParaRPr lang="en-IN" altLang="en-US" sz="2000" dirty="0">
              <a:solidFill>
                <a:srgbClr val="003366"/>
              </a:solidFill>
            </a:endParaRPr>
          </a:p>
          <a:p>
            <a:r>
              <a:rPr lang="en-IN" altLang="en-US" sz="2000" dirty="0">
                <a:solidFill>
                  <a:srgbClr val="003366"/>
                </a:solidFill>
              </a:rPr>
              <a:t>After firing neuron goes into complete non excitability state for certain amount of time. This period is called </a:t>
            </a:r>
            <a:r>
              <a:rPr lang="en-IN" altLang="en-US" sz="2000" b="1" dirty="0">
                <a:solidFill>
                  <a:srgbClr val="003366"/>
                </a:solidFill>
              </a:rPr>
              <a:t>Refractory period</a:t>
            </a:r>
            <a:r>
              <a:rPr lang="en-IN" altLang="en-US" sz="2000" dirty="0">
                <a:solidFill>
                  <a:srgbClr val="003366"/>
                </a:solidFill>
              </a:rPr>
              <a:t>. It is different for different neurons</a:t>
            </a:r>
            <a:r>
              <a:rPr lang="en-IN" altLang="en-US" sz="2400" dirty="0">
                <a:solidFill>
                  <a:srgbClr val="003366"/>
                </a:solidFill>
              </a:rPr>
              <a:t>.</a:t>
            </a:r>
          </a:p>
        </p:txBody>
      </p:sp>
      <p:sp>
        <p:nvSpPr>
          <p:cNvPr id="15364" name="Slide Number Placeholder 3">
            <a:extLst>
              <a:ext uri="{FF2B5EF4-FFF2-40B4-BE49-F238E27FC236}">
                <a16:creationId xmlns:a16="http://schemas.microsoft.com/office/drawing/2014/main" id="{6CCDABEC-105D-4CD1-A624-C94FB5FF55F6}"/>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1"/>
              </a:buClr>
              <a:buSzPct val="75000"/>
              <a:buFont typeface="Wingdings" panose="05000000000000000000" pitchFamily="2" charset="2"/>
              <a:buChar char="l"/>
              <a:defRPr kumimoji="1" sz="2800">
                <a:solidFill>
                  <a:schemeClr val="tx1"/>
                </a:solidFill>
                <a:latin typeface="Arial" panose="020B0604020202020204" pitchFamily="34" charset="0"/>
                <a:ea typeface="PMingLiU" panose="02020500000000000000" pitchFamily="18" charset="-120"/>
              </a:defRPr>
            </a:lvl1pPr>
            <a:lvl2pPr marL="742950" indent="-285750">
              <a:spcBef>
                <a:spcPct val="20000"/>
              </a:spcBef>
              <a:buClr>
                <a:schemeClr val="tx1"/>
              </a:buClr>
              <a:buSzPct val="75000"/>
              <a:buChar char="–"/>
              <a:defRPr kumimoji="1" sz="2400">
                <a:solidFill>
                  <a:schemeClr val="tx1"/>
                </a:solidFill>
                <a:latin typeface="Arial" panose="020B0604020202020204" pitchFamily="34" charset="0"/>
                <a:ea typeface="PMingLiU" panose="02020500000000000000" pitchFamily="18" charset="-120"/>
              </a:defRPr>
            </a:lvl2pPr>
            <a:lvl3pPr marL="1143000" indent="-228600">
              <a:spcBef>
                <a:spcPct val="20000"/>
              </a:spcBef>
              <a:buClr>
                <a:schemeClr val="tx1"/>
              </a:buClr>
              <a:buSzPct val="75000"/>
              <a:buFont typeface="Wingdings" panose="05000000000000000000" pitchFamily="2" charset="2"/>
              <a:buChar char="l"/>
              <a:defRPr kumimoji="1" sz="2000">
                <a:solidFill>
                  <a:schemeClr val="tx1"/>
                </a:solidFill>
                <a:latin typeface="Arial" panose="020B0604020202020204" pitchFamily="34" charset="0"/>
                <a:ea typeface="PMingLiU" panose="02020500000000000000" pitchFamily="18" charset="-120"/>
              </a:defRPr>
            </a:lvl3pPr>
            <a:lvl4pPr marL="1600200" indent="-228600">
              <a:spcBef>
                <a:spcPct val="20000"/>
              </a:spcBef>
              <a:buClr>
                <a:schemeClr val="tx1"/>
              </a:buClr>
              <a:buSzPct val="80000"/>
              <a:buChar char="–"/>
              <a:defRPr kumimoji="1">
                <a:solidFill>
                  <a:schemeClr val="tx1"/>
                </a:solidFill>
                <a:latin typeface="Arial" panose="020B0604020202020204" pitchFamily="34" charset="0"/>
                <a:ea typeface="PMingLiU" panose="02020500000000000000" pitchFamily="18" charset="-120"/>
              </a:defRPr>
            </a:lvl4pPr>
            <a:lvl5pPr marL="2057400" indent="-228600">
              <a:spcBef>
                <a:spcPct val="20000"/>
              </a:spcBef>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9pPr>
          </a:lstStyle>
          <a:p>
            <a:pPr fontAlgn="base">
              <a:spcBef>
                <a:spcPct val="0"/>
              </a:spcBef>
              <a:spcAft>
                <a:spcPct val="0"/>
              </a:spcAft>
              <a:buClrTx/>
              <a:buSzTx/>
              <a:buNone/>
            </a:pPr>
            <a:fld id="{9ABC03D8-D972-4AC8-9776-3D1F210C71FE}" type="slidenum">
              <a:rPr kumimoji="0" lang="en-US" altLang="zh-TW" sz="2600">
                <a:solidFill>
                  <a:srgbClr val="FFFFFF"/>
                </a:solidFill>
              </a:rPr>
              <a:pPr fontAlgn="base">
                <a:spcBef>
                  <a:spcPct val="0"/>
                </a:spcBef>
                <a:spcAft>
                  <a:spcPct val="0"/>
                </a:spcAft>
                <a:buClrTx/>
                <a:buSzTx/>
                <a:buNone/>
              </a:pPr>
              <a:t>12</a:t>
            </a:fld>
            <a:endParaRPr kumimoji="0" lang="en-US" altLang="zh-TW" sz="2600">
              <a:solidFill>
                <a:srgbClr val="FFFF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30142-EF0C-4E9F-874E-FE7D6AA88D96}"/>
              </a:ext>
            </a:extLst>
          </p:cNvPr>
          <p:cNvSpPr>
            <a:spLocks noGrp="1"/>
          </p:cNvSpPr>
          <p:nvPr>
            <p:ph type="title"/>
          </p:nvPr>
        </p:nvSpPr>
        <p:spPr/>
        <p:txBody>
          <a:bodyPr/>
          <a:lstStyle/>
          <a:p>
            <a:r>
              <a:rPr kumimoji="1" lang="en-IN" altLang="en-US"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Artificial Neuron</a:t>
            </a:r>
            <a:endParaRPr lang="en-IN" dirty="0"/>
          </a:p>
        </p:txBody>
      </p:sp>
      <p:sp>
        <p:nvSpPr>
          <p:cNvPr id="4" name="Slide Number Placeholder 3">
            <a:extLst>
              <a:ext uri="{FF2B5EF4-FFF2-40B4-BE49-F238E27FC236}">
                <a16:creationId xmlns:a16="http://schemas.microsoft.com/office/drawing/2014/main" id="{3E0228F5-240E-4BF9-A06C-74A344EEBD81}"/>
              </a:ext>
            </a:extLst>
          </p:cNvPr>
          <p:cNvSpPr>
            <a:spLocks noGrp="1"/>
          </p:cNvSpPr>
          <p:nvPr>
            <p:ph type="sldNum" sz="quarter" idx="12"/>
          </p:nvPr>
        </p:nvSpPr>
        <p:spPr/>
        <p:txBody>
          <a:bodyPr/>
          <a:lstStyle/>
          <a:p>
            <a:pPr>
              <a:defRPr/>
            </a:pPr>
            <a:fld id="{9AD681D7-8A59-4380-9311-10B86FF921AA}" type="slidenum">
              <a:rPr lang="en-US" altLang="zh-TW" smtClean="0"/>
              <a:pPr>
                <a:defRPr/>
              </a:pPr>
              <a:t>13</a:t>
            </a:fld>
            <a:endParaRPr lang="en-US" altLang="zh-TW"/>
          </a:p>
        </p:txBody>
      </p:sp>
      <p:pic>
        <p:nvPicPr>
          <p:cNvPr id="5" name="Picture 5" descr="report">
            <a:extLst>
              <a:ext uri="{FF2B5EF4-FFF2-40B4-BE49-F238E27FC236}">
                <a16:creationId xmlns:a16="http://schemas.microsoft.com/office/drawing/2014/main" id="{DF7A3EA1-1864-431B-8539-DA5BACCA0F5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746" b="6746"/>
          <a:stretch/>
        </p:blipFill>
        <p:spPr bwMode="auto">
          <a:xfrm>
            <a:off x="1118689" y="2475412"/>
            <a:ext cx="5830751" cy="3098073"/>
          </a:xfrm>
          <a:prstGeom prst="rect">
            <a:avLst/>
          </a:prstGeom>
          <a:solidFill>
            <a:schemeClr val="bg1"/>
          </a:solidFill>
          <a:ln w="12700">
            <a:solidFill>
              <a:srgbClr val="000000"/>
            </a:solidFill>
          </a:ln>
        </p:spPr>
      </p:pic>
      <p:sp>
        <p:nvSpPr>
          <p:cNvPr id="6" name="TextBox 5">
            <a:extLst>
              <a:ext uri="{FF2B5EF4-FFF2-40B4-BE49-F238E27FC236}">
                <a16:creationId xmlns:a16="http://schemas.microsoft.com/office/drawing/2014/main" id="{D8D91085-AD6F-4D60-8309-33457B84785B}"/>
              </a:ext>
            </a:extLst>
          </p:cNvPr>
          <p:cNvSpPr txBox="1"/>
          <p:nvPr/>
        </p:nvSpPr>
        <p:spPr>
          <a:xfrm>
            <a:off x="7045234" y="2992902"/>
            <a:ext cx="5146766" cy="1397306"/>
          </a:xfrm>
          <a:prstGeom prst="rect">
            <a:avLst/>
          </a:prstGeom>
          <a:noFill/>
        </p:spPr>
        <p:txBody>
          <a:bodyPr wrap="square" rtlCol="0">
            <a:spAutoFit/>
          </a:bodyPr>
          <a:lstStyle/>
          <a:p>
            <a:pPr marL="0" marR="0" lvl="0" indent="0" algn="l" defTabSz="914400" rtl="0" eaLnBrk="0" fontAlgn="base" latinLnBrk="0" hangingPunct="0">
              <a:lnSpc>
                <a:spcPct val="100000"/>
              </a:lnSpc>
              <a:spcBef>
                <a:spcPct val="20000"/>
              </a:spcBef>
              <a:spcAft>
                <a:spcPct val="0"/>
              </a:spcAft>
              <a:buClr>
                <a:srgbClr val="003366"/>
              </a:buClr>
              <a:buSzPct val="75000"/>
              <a:buFont typeface="Wingdings" panose="05000000000000000000" pitchFamily="2" charset="2"/>
              <a:buNone/>
              <a:tabLst/>
              <a:defRPr/>
            </a:pPr>
            <a:r>
              <a:rPr kumimoji="1" lang="en-IN" altLang="en-US" sz="2000" b="1" i="0" u="none" strike="noStrike" kern="1200" cap="none" spc="0" normalizeH="0" baseline="0" noProof="0" dirty="0">
                <a:ln>
                  <a:noFill/>
                </a:ln>
                <a:solidFill>
                  <a:srgbClr val="003366"/>
                </a:solidFill>
                <a:effectLst/>
                <a:uLnTx/>
                <a:uFillTx/>
                <a:latin typeface="Arial"/>
                <a:ea typeface="PMingLiU" panose="02020500000000000000" pitchFamily="18" charset="-120"/>
                <a:cs typeface="+mn-cs"/>
              </a:rPr>
              <a:t>Biological Neuron          Artificial Neuron</a:t>
            </a:r>
          </a:p>
          <a:p>
            <a:pPr marL="0" marR="0" lvl="0" indent="0" algn="l" defTabSz="914400" rtl="0" eaLnBrk="0" fontAlgn="base" latinLnBrk="0" hangingPunct="0">
              <a:lnSpc>
                <a:spcPct val="100000"/>
              </a:lnSpc>
              <a:spcBef>
                <a:spcPct val="20000"/>
              </a:spcBef>
              <a:spcAft>
                <a:spcPct val="0"/>
              </a:spcAft>
              <a:buClr>
                <a:srgbClr val="003366"/>
              </a:buClr>
              <a:buSzPct val="75000"/>
              <a:buFont typeface="Wingdings" panose="05000000000000000000" pitchFamily="2" charset="2"/>
              <a:buNone/>
              <a:tabLst/>
              <a:defRPr/>
            </a:pPr>
            <a:r>
              <a:rPr kumimoji="1" lang="en-IN" altLang="en-US" b="0" i="0" u="none" strike="noStrike" kern="1200" cap="none" spc="0" normalizeH="0" baseline="0" noProof="0" dirty="0">
                <a:ln>
                  <a:noFill/>
                </a:ln>
                <a:solidFill>
                  <a:srgbClr val="003366"/>
                </a:solidFill>
                <a:effectLst/>
                <a:uLnTx/>
                <a:uFillTx/>
                <a:latin typeface="Arial"/>
                <a:ea typeface="PMingLiU" panose="02020500000000000000" pitchFamily="18" charset="-120"/>
                <a:cs typeface="+mn-cs"/>
              </a:rPr>
              <a:t>Cell body                               Neuron</a:t>
            </a:r>
          </a:p>
          <a:p>
            <a:pPr marL="0" marR="0" lvl="0" indent="0" algn="l" defTabSz="914400" rtl="0" eaLnBrk="0" fontAlgn="base" latinLnBrk="0" hangingPunct="0">
              <a:lnSpc>
                <a:spcPct val="100000"/>
              </a:lnSpc>
              <a:spcBef>
                <a:spcPct val="20000"/>
              </a:spcBef>
              <a:spcAft>
                <a:spcPct val="0"/>
              </a:spcAft>
              <a:buClr>
                <a:srgbClr val="003366"/>
              </a:buClr>
              <a:buSzPct val="75000"/>
              <a:buFont typeface="Wingdings" panose="05000000000000000000" pitchFamily="2" charset="2"/>
              <a:buNone/>
              <a:tabLst/>
              <a:defRPr/>
            </a:pPr>
            <a:r>
              <a:rPr kumimoji="1" lang="en-IN" altLang="en-US" b="0" i="0" u="none" strike="noStrike" kern="1200" cap="none" spc="0" normalizeH="0" baseline="0" noProof="0" dirty="0">
                <a:ln>
                  <a:noFill/>
                </a:ln>
                <a:solidFill>
                  <a:srgbClr val="003366"/>
                </a:solidFill>
                <a:effectLst/>
                <a:uLnTx/>
                <a:uFillTx/>
                <a:latin typeface="Arial"/>
                <a:ea typeface="PMingLiU" panose="02020500000000000000" pitchFamily="18" charset="-120"/>
                <a:cs typeface="+mn-cs"/>
              </a:rPr>
              <a:t>Dendrites                              Connection weights</a:t>
            </a:r>
          </a:p>
          <a:p>
            <a:pPr marL="0" marR="0" lvl="0" indent="0" algn="l" defTabSz="914400" rtl="0" eaLnBrk="0" fontAlgn="base" latinLnBrk="0" hangingPunct="0">
              <a:lnSpc>
                <a:spcPct val="100000"/>
              </a:lnSpc>
              <a:spcBef>
                <a:spcPct val="20000"/>
              </a:spcBef>
              <a:spcAft>
                <a:spcPct val="0"/>
              </a:spcAft>
              <a:buClr>
                <a:srgbClr val="003366"/>
              </a:buClr>
              <a:buSzPct val="75000"/>
              <a:buFont typeface="Wingdings" panose="05000000000000000000" pitchFamily="2" charset="2"/>
              <a:buNone/>
              <a:tabLst/>
              <a:defRPr/>
            </a:pPr>
            <a:r>
              <a:rPr kumimoji="1" lang="en-IN" altLang="en-US" b="0" i="0" u="none" strike="noStrike" kern="1200" cap="none" spc="0" normalizeH="0" baseline="0" noProof="0" dirty="0">
                <a:ln>
                  <a:noFill/>
                </a:ln>
                <a:solidFill>
                  <a:srgbClr val="003366"/>
                </a:solidFill>
                <a:effectLst/>
                <a:uLnTx/>
                <a:uFillTx/>
                <a:latin typeface="Arial"/>
                <a:ea typeface="PMingLiU" panose="02020500000000000000" pitchFamily="18" charset="-120"/>
                <a:cs typeface="+mn-cs"/>
              </a:rPr>
              <a:t> Axon                                     Output   </a:t>
            </a:r>
          </a:p>
        </p:txBody>
      </p:sp>
    </p:spTree>
    <p:extLst>
      <p:ext uri="{BB962C8B-B14F-4D97-AF65-F5344CB8AC3E}">
        <p14:creationId xmlns:p14="http://schemas.microsoft.com/office/powerpoint/2010/main" val="669974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351AB-FEE4-41F6-A809-EA40F50A4C8C}"/>
              </a:ext>
            </a:extLst>
          </p:cNvPr>
          <p:cNvSpPr>
            <a:spLocks noGrp="1"/>
          </p:cNvSpPr>
          <p:nvPr>
            <p:ph type="title"/>
          </p:nvPr>
        </p:nvSpPr>
        <p:spPr>
          <a:xfrm>
            <a:off x="895351" y="818432"/>
            <a:ext cx="10566400" cy="1143000"/>
          </a:xfrm>
        </p:spPr>
        <p:txBody>
          <a:bodyPr/>
          <a:lstStyle/>
          <a:p>
            <a:r>
              <a:rPr lang="en-IN" dirty="0"/>
              <a:t>Artificial Neuron Model (MC-</a:t>
            </a:r>
            <a:r>
              <a:rPr lang="en-IN" dirty="0" err="1"/>
              <a:t>Culloch</a:t>
            </a:r>
            <a:r>
              <a:rPr lang="en-IN" dirty="0"/>
              <a:t> Pitts)</a:t>
            </a:r>
          </a:p>
        </p:txBody>
      </p:sp>
      <p:sp>
        <p:nvSpPr>
          <p:cNvPr id="4" name="Slide Number Placeholder 3">
            <a:extLst>
              <a:ext uri="{FF2B5EF4-FFF2-40B4-BE49-F238E27FC236}">
                <a16:creationId xmlns:a16="http://schemas.microsoft.com/office/drawing/2014/main" id="{58ED2C79-DDE7-47E5-9A85-5DB4D9A93ABF}"/>
              </a:ext>
            </a:extLst>
          </p:cNvPr>
          <p:cNvSpPr>
            <a:spLocks noGrp="1"/>
          </p:cNvSpPr>
          <p:nvPr>
            <p:ph type="sldNum" sz="quarter" idx="12"/>
          </p:nvPr>
        </p:nvSpPr>
        <p:spPr/>
        <p:txBody>
          <a:bodyPr/>
          <a:lstStyle/>
          <a:p>
            <a:pPr>
              <a:defRPr/>
            </a:pPr>
            <a:fld id="{9AD681D7-8A59-4380-9311-10B86FF921AA}" type="slidenum">
              <a:rPr lang="en-US" altLang="zh-TW" smtClean="0"/>
              <a:pPr>
                <a:defRPr/>
              </a:pPr>
              <a:t>14</a:t>
            </a:fld>
            <a:endParaRPr lang="en-US" altLang="zh-TW"/>
          </a:p>
        </p:txBody>
      </p:sp>
      <p:grpSp>
        <p:nvGrpSpPr>
          <p:cNvPr id="61" name="Group 60">
            <a:extLst>
              <a:ext uri="{FF2B5EF4-FFF2-40B4-BE49-F238E27FC236}">
                <a16:creationId xmlns:a16="http://schemas.microsoft.com/office/drawing/2014/main" id="{F547F0CD-F834-47C9-A66C-FBD7FDD84B92}"/>
              </a:ext>
            </a:extLst>
          </p:cNvPr>
          <p:cNvGrpSpPr/>
          <p:nvPr/>
        </p:nvGrpSpPr>
        <p:grpSpPr>
          <a:xfrm>
            <a:off x="1424922" y="3397272"/>
            <a:ext cx="5772869" cy="2766763"/>
            <a:chOff x="2418205" y="2471705"/>
            <a:chExt cx="6214617" cy="2766763"/>
          </a:xfrm>
        </p:grpSpPr>
        <p:sp>
          <p:nvSpPr>
            <p:cNvPr id="8" name="Oval 7">
              <a:extLst>
                <a:ext uri="{FF2B5EF4-FFF2-40B4-BE49-F238E27FC236}">
                  <a16:creationId xmlns:a16="http://schemas.microsoft.com/office/drawing/2014/main" id="{308B4B0C-F721-4352-8927-D116F6690E72}"/>
                </a:ext>
              </a:extLst>
            </p:cNvPr>
            <p:cNvSpPr/>
            <p:nvPr/>
          </p:nvSpPr>
          <p:spPr bwMode="auto">
            <a:xfrm>
              <a:off x="4733604" y="3550920"/>
              <a:ext cx="1034716" cy="974585"/>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IN" sz="4000" b="0" i="0" u="none" strike="noStrike" cap="none" normalizeH="0" baseline="0" dirty="0">
                  <a:ln>
                    <a:noFill/>
                  </a:ln>
                  <a:solidFill>
                    <a:schemeClr val="tx1"/>
                  </a:solidFill>
                  <a:effectLst/>
                  <a:latin typeface="Arial" panose="020B0604020202020204" pitchFamily="34" charset="0"/>
                  <a:ea typeface="新細明體" panose="02020500000000000000" pitchFamily="18" charset="-120"/>
                </a:rPr>
                <a:t>∑</a:t>
              </a:r>
            </a:p>
          </p:txBody>
        </p:sp>
        <p:cxnSp>
          <p:nvCxnSpPr>
            <p:cNvPr id="10" name="Straight Connector 9">
              <a:extLst>
                <a:ext uri="{FF2B5EF4-FFF2-40B4-BE49-F238E27FC236}">
                  <a16:creationId xmlns:a16="http://schemas.microsoft.com/office/drawing/2014/main" id="{8D9946FB-4A91-41D7-9493-3530AE9CF0F6}"/>
                </a:ext>
              </a:extLst>
            </p:cNvPr>
            <p:cNvCxnSpPr/>
            <p:nvPr/>
          </p:nvCxnSpPr>
          <p:spPr bwMode="auto">
            <a:xfrm>
              <a:off x="2801426" y="3148801"/>
              <a:ext cx="1140581" cy="3881"/>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Straight Connector 13">
              <a:extLst>
                <a:ext uri="{FF2B5EF4-FFF2-40B4-BE49-F238E27FC236}">
                  <a16:creationId xmlns:a16="http://schemas.microsoft.com/office/drawing/2014/main" id="{BC1A446F-C601-4BD0-BA05-8D5FA77F59B7}"/>
                </a:ext>
              </a:extLst>
            </p:cNvPr>
            <p:cNvCxnSpPr/>
            <p:nvPr/>
          </p:nvCxnSpPr>
          <p:spPr bwMode="auto">
            <a:xfrm>
              <a:off x="2850505" y="3847522"/>
              <a:ext cx="1087731" cy="0"/>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Connector 14">
              <a:extLst>
                <a:ext uri="{FF2B5EF4-FFF2-40B4-BE49-F238E27FC236}">
                  <a16:creationId xmlns:a16="http://schemas.microsoft.com/office/drawing/2014/main" id="{876058C3-A169-4288-BE96-D7F5C359E723}"/>
                </a:ext>
              </a:extLst>
            </p:cNvPr>
            <p:cNvCxnSpPr/>
            <p:nvPr/>
          </p:nvCxnSpPr>
          <p:spPr bwMode="auto">
            <a:xfrm>
              <a:off x="2850505" y="5069305"/>
              <a:ext cx="1134225" cy="0"/>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TextBox 10">
              <a:extLst>
                <a:ext uri="{FF2B5EF4-FFF2-40B4-BE49-F238E27FC236}">
                  <a16:creationId xmlns:a16="http://schemas.microsoft.com/office/drawing/2014/main" id="{1DA8CBE3-63E9-47F8-AE19-70E063844C6D}"/>
                </a:ext>
              </a:extLst>
            </p:cNvPr>
            <p:cNvSpPr txBox="1"/>
            <p:nvPr/>
          </p:nvSpPr>
          <p:spPr>
            <a:xfrm>
              <a:off x="3098473" y="2825812"/>
              <a:ext cx="479618" cy="369332"/>
            </a:xfrm>
            <a:prstGeom prst="rect">
              <a:avLst/>
            </a:prstGeom>
            <a:noFill/>
          </p:spPr>
          <p:txBody>
            <a:bodyPr wrap="none" rtlCol="0">
              <a:spAutoFit/>
            </a:bodyPr>
            <a:lstStyle/>
            <a:p>
              <a:r>
                <a:rPr lang="en-IN" dirty="0"/>
                <a:t>w1</a:t>
              </a:r>
            </a:p>
          </p:txBody>
        </p:sp>
        <p:sp>
          <p:nvSpPr>
            <p:cNvPr id="17" name="TextBox 16">
              <a:extLst>
                <a:ext uri="{FF2B5EF4-FFF2-40B4-BE49-F238E27FC236}">
                  <a16:creationId xmlns:a16="http://schemas.microsoft.com/office/drawing/2014/main" id="{AEF3BD9F-E6F1-450F-A810-B236B56E6F0D}"/>
                </a:ext>
              </a:extLst>
            </p:cNvPr>
            <p:cNvSpPr txBox="1"/>
            <p:nvPr/>
          </p:nvSpPr>
          <p:spPr>
            <a:xfrm>
              <a:off x="3098473" y="3510490"/>
              <a:ext cx="479618" cy="369332"/>
            </a:xfrm>
            <a:prstGeom prst="rect">
              <a:avLst/>
            </a:prstGeom>
            <a:noFill/>
          </p:spPr>
          <p:txBody>
            <a:bodyPr wrap="none" rtlCol="0">
              <a:spAutoFit/>
            </a:bodyPr>
            <a:lstStyle/>
            <a:p>
              <a:r>
                <a:rPr lang="en-IN" dirty="0"/>
                <a:t>w2</a:t>
              </a:r>
            </a:p>
          </p:txBody>
        </p:sp>
        <p:sp>
          <p:nvSpPr>
            <p:cNvPr id="18" name="TextBox 17">
              <a:extLst>
                <a:ext uri="{FF2B5EF4-FFF2-40B4-BE49-F238E27FC236}">
                  <a16:creationId xmlns:a16="http://schemas.microsoft.com/office/drawing/2014/main" id="{B6CDB8FA-F80B-4938-8F2A-22EF23C4842F}"/>
                </a:ext>
              </a:extLst>
            </p:cNvPr>
            <p:cNvSpPr txBox="1"/>
            <p:nvPr/>
          </p:nvSpPr>
          <p:spPr>
            <a:xfrm>
              <a:off x="3020982" y="4715477"/>
              <a:ext cx="557105" cy="369332"/>
            </a:xfrm>
            <a:prstGeom prst="rect">
              <a:avLst/>
            </a:prstGeom>
            <a:noFill/>
          </p:spPr>
          <p:txBody>
            <a:bodyPr wrap="square" rtlCol="0">
              <a:spAutoFit/>
            </a:bodyPr>
            <a:lstStyle/>
            <a:p>
              <a:r>
                <a:rPr lang="en-IN" dirty="0" err="1"/>
                <a:t>wn</a:t>
              </a:r>
              <a:endParaRPr lang="en-IN" dirty="0"/>
            </a:p>
          </p:txBody>
        </p:sp>
        <p:cxnSp>
          <p:nvCxnSpPr>
            <p:cNvPr id="13" name="Straight Arrow Connector 12">
              <a:extLst>
                <a:ext uri="{FF2B5EF4-FFF2-40B4-BE49-F238E27FC236}">
                  <a16:creationId xmlns:a16="http://schemas.microsoft.com/office/drawing/2014/main" id="{8B877845-1112-4EC1-A154-2E4346060978}"/>
                </a:ext>
              </a:extLst>
            </p:cNvPr>
            <p:cNvCxnSpPr>
              <a:endCxn id="8" idx="1"/>
            </p:cNvCxnSpPr>
            <p:nvPr/>
          </p:nvCxnSpPr>
          <p:spPr bwMode="auto">
            <a:xfrm>
              <a:off x="3938236" y="3164304"/>
              <a:ext cx="946899" cy="529341"/>
            </a:xfrm>
            <a:prstGeom prst="straightConnector1">
              <a:avLst/>
            </a:prstGeom>
            <a:solidFill>
              <a:schemeClr val="accent1"/>
            </a:solidFill>
            <a:ln w="9525" cap="flat" cmpd="sng" algn="ctr">
              <a:solidFill>
                <a:srgbClr val="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Straight Arrow Connector 19">
              <a:extLst>
                <a:ext uri="{FF2B5EF4-FFF2-40B4-BE49-F238E27FC236}">
                  <a16:creationId xmlns:a16="http://schemas.microsoft.com/office/drawing/2014/main" id="{641FAF19-22A9-487B-9E59-C9B5141DAB7A}"/>
                </a:ext>
              </a:extLst>
            </p:cNvPr>
            <p:cNvCxnSpPr>
              <a:endCxn id="8" idx="2"/>
            </p:cNvCxnSpPr>
            <p:nvPr/>
          </p:nvCxnSpPr>
          <p:spPr bwMode="auto">
            <a:xfrm>
              <a:off x="3938236" y="3842988"/>
              <a:ext cx="795368" cy="195225"/>
            </a:xfrm>
            <a:prstGeom prst="straightConnector1">
              <a:avLst/>
            </a:prstGeom>
            <a:solidFill>
              <a:schemeClr val="accent1"/>
            </a:solidFill>
            <a:ln w="9525" cap="flat" cmpd="sng" algn="ctr">
              <a:solidFill>
                <a:srgbClr val="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Arrow Connector 21">
              <a:extLst>
                <a:ext uri="{FF2B5EF4-FFF2-40B4-BE49-F238E27FC236}">
                  <a16:creationId xmlns:a16="http://schemas.microsoft.com/office/drawing/2014/main" id="{6CA5EAA7-5532-4EE0-A867-0573A40614F6}"/>
                </a:ext>
              </a:extLst>
            </p:cNvPr>
            <p:cNvCxnSpPr>
              <a:endCxn id="8" idx="3"/>
            </p:cNvCxnSpPr>
            <p:nvPr/>
          </p:nvCxnSpPr>
          <p:spPr bwMode="auto">
            <a:xfrm flipV="1">
              <a:off x="3984730" y="4382780"/>
              <a:ext cx="900405" cy="671022"/>
            </a:xfrm>
            <a:prstGeom prst="straightConnector1">
              <a:avLst/>
            </a:prstGeom>
            <a:solidFill>
              <a:schemeClr val="accent1"/>
            </a:solidFill>
            <a:ln w="9525" cap="flat" cmpd="sng" algn="ctr">
              <a:solidFill>
                <a:srgbClr val="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TextBox 25">
              <a:extLst>
                <a:ext uri="{FF2B5EF4-FFF2-40B4-BE49-F238E27FC236}">
                  <a16:creationId xmlns:a16="http://schemas.microsoft.com/office/drawing/2014/main" id="{275F93E7-E10B-4978-B0A6-1DA09A57721F}"/>
                </a:ext>
              </a:extLst>
            </p:cNvPr>
            <p:cNvSpPr txBox="1"/>
            <p:nvPr/>
          </p:nvSpPr>
          <p:spPr>
            <a:xfrm>
              <a:off x="2425052" y="3010478"/>
              <a:ext cx="485315" cy="369332"/>
            </a:xfrm>
            <a:prstGeom prst="rect">
              <a:avLst/>
            </a:prstGeom>
            <a:noFill/>
          </p:spPr>
          <p:txBody>
            <a:bodyPr wrap="square" rtlCol="0">
              <a:spAutoFit/>
            </a:bodyPr>
            <a:lstStyle/>
            <a:p>
              <a:r>
                <a:rPr lang="en-IN" dirty="0"/>
                <a:t>x1</a:t>
              </a:r>
            </a:p>
          </p:txBody>
        </p:sp>
        <p:sp>
          <p:nvSpPr>
            <p:cNvPr id="27" name="TextBox 26">
              <a:extLst>
                <a:ext uri="{FF2B5EF4-FFF2-40B4-BE49-F238E27FC236}">
                  <a16:creationId xmlns:a16="http://schemas.microsoft.com/office/drawing/2014/main" id="{0A64510A-FA70-4625-A2D6-AB57D78E736E}"/>
                </a:ext>
              </a:extLst>
            </p:cNvPr>
            <p:cNvSpPr txBox="1"/>
            <p:nvPr/>
          </p:nvSpPr>
          <p:spPr>
            <a:xfrm>
              <a:off x="2418205" y="3641577"/>
              <a:ext cx="485315" cy="369332"/>
            </a:xfrm>
            <a:prstGeom prst="rect">
              <a:avLst/>
            </a:prstGeom>
            <a:noFill/>
          </p:spPr>
          <p:txBody>
            <a:bodyPr wrap="square" rtlCol="0">
              <a:spAutoFit/>
            </a:bodyPr>
            <a:lstStyle/>
            <a:p>
              <a:r>
                <a:rPr lang="en-IN" dirty="0"/>
                <a:t>x2</a:t>
              </a:r>
            </a:p>
          </p:txBody>
        </p:sp>
        <p:sp>
          <p:nvSpPr>
            <p:cNvPr id="28" name="TextBox 27">
              <a:extLst>
                <a:ext uri="{FF2B5EF4-FFF2-40B4-BE49-F238E27FC236}">
                  <a16:creationId xmlns:a16="http://schemas.microsoft.com/office/drawing/2014/main" id="{A62626F6-FCC8-4B08-97D9-34FD84CEC0DC}"/>
                </a:ext>
              </a:extLst>
            </p:cNvPr>
            <p:cNvSpPr txBox="1"/>
            <p:nvPr/>
          </p:nvSpPr>
          <p:spPr>
            <a:xfrm>
              <a:off x="2425052" y="4869136"/>
              <a:ext cx="485315" cy="369332"/>
            </a:xfrm>
            <a:prstGeom prst="rect">
              <a:avLst/>
            </a:prstGeom>
            <a:noFill/>
          </p:spPr>
          <p:txBody>
            <a:bodyPr wrap="square" rtlCol="0">
              <a:spAutoFit/>
            </a:bodyPr>
            <a:lstStyle/>
            <a:p>
              <a:r>
                <a:rPr lang="en-IN" dirty="0" err="1"/>
                <a:t>xn</a:t>
              </a:r>
              <a:endParaRPr lang="en-IN" dirty="0"/>
            </a:p>
          </p:txBody>
        </p:sp>
        <p:cxnSp>
          <p:nvCxnSpPr>
            <p:cNvPr id="35" name="Straight Connector 34">
              <a:extLst>
                <a:ext uri="{FF2B5EF4-FFF2-40B4-BE49-F238E27FC236}">
                  <a16:creationId xmlns:a16="http://schemas.microsoft.com/office/drawing/2014/main" id="{3B848064-3C43-4E9B-AB8F-49301C4F719F}"/>
                </a:ext>
              </a:extLst>
            </p:cNvPr>
            <p:cNvCxnSpPr/>
            <p:nvPr/>
          </p:nvCxnSpPr>
          <p:spPr bwMode="auto">
            <a:xfrm>
              <a:off x="3719593" y="3906590"/>
              <a:ext cx="0" cy="9459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Straight Connector 38">
              <a:extLst>
                <a:ext uri="{FF2B5EF4-FFF2-40B4-BE49-F238E27FC236}">
                  <a16:creationId xmlns:a16="http://schemas.microsoft.com/office/drawing/2014/main" id="{BFF9CB1F-4038-4331-B0C3-3C82167FDC37}"/>
                </a:ext>
              </a:extLst>
            </p:cNvPr>
            <p:cNvCxnSpPr/>
            <p:nvPr/>
          </p:nvCxnSpPr>
          <p:spPr bwMode="auto">
            <a:xfrm>
              <a:off x="3717013" y="4229468"/>
              <a:ext cx="0" cy="9459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Straight Connector 39">
              <a:extLst>
                <a:ext uri="{FF2B5EF4-FFF2-40B4-BE49-F238E27FC236}">
                  <a16:creationId xmlns:a16="http://schemas.microsoft.com/office/drawing/2014/main" id="{6D0E9161-F6C8-4994-B8DB-8F67A18D48C2}"/>
                </a:ext>
              </a:extLst>
            </p:cNvPr>
            <p:cNvCxnSpPr/>
            <p:nvPr/>
          </p:nvCxnSpPr>
          <p:spPr bwMode="auto">
            <a:xfrm>
              <a:off x="3717013" y="4477443"/>
              <a:ext cx="0" cy="9459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Straight Connector 40">
              <a:extLst>
                <a:ext uri="{FF2B5EF4-FFF2-40B4-BE49-F238E27FC236}">
                  <a16:creationId xmlns:a16="http://schemas.microsoft.com/office/drawing/2014/main" id="{4A3006C3-A083-4253-AE0C-24CE073EED87}"/>
                </a:ext>
              </a:extLst>
            </p:cNvPr>
            <p:cNvCxnSpPr/>
            <p:nvPr/>
          </p:nvCxnSpPr>
          <p:spPr bwMode="auto">
            <a:xfrm>
              <a:off x="3717013" y="4725413"/>
              <a:ext cx="0" cy="9459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Straight Connector 41">
              <a:extLst>
                <a:ext uri="{FF2B5EF4-FFF2-40B4-BE49-F238E27FC236}">
                  <a16:creationId xmlns:a16="http://schemas.microsoft.com/office/drawing/2014/main" id="{6FA2D1A4-48D9-483A-AA94-77C4C6855E39}"/>
                </a:ext>
              </a:extLst>
            </p:cNvPr>
            <p:cNvCxnSpPr/>
            <p:nvPr/>
          </p:nvCxnSpPr>
          <p:spPr bwMode="auto">
            <a:xfrm>
              <a:off x="3732511" y="4957891"/>
              <a:ext cx="0" cy="9459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TextBox 35">
              <a:extLst>
                <a:ext uri="{FF2B5EF4-FFF2-40B4-BE49-F238E27FC236}">
                  <a16:creationId xmlns:a16="http://schemas.microsoft.com/office/drawing/2014/main" id="{DDBCC7B1-319F-48AD-9247-482D8249B6F6}"/>
                </a:ext>
              </a:extLst>
            </p:cNvPr>
            <p:cNvSpPr txBox="1"/>
            <p:nvPr/>
          </p:nvSpPr>
          <p:spPr>
            <a:xfrm rot="1850896">
              <a:off x="4217960" y="3149200"/>
              <a:ext cx="723275" cy="369332"/>
            </a:xfrm>
            <a:prstGeom prst="rect">
              <a:avLst/>
            </a:prstGeom>
            <a:noFill/>
          </p:spPr>
          <p:txBody>
            <a:bodyPr wrap="none" rtlCol="0">
              <a:spAutoFit/>
            </a:bodyPr>
            <a:lstStyle/>
            <a:p>
              <a:r>
                <a:rPr lang="en-IN" dirty="0"/>
                <a:t>w1x1</a:t>
              </a:r>
            </a:p>
          </p:txBody>
        </p:sp>
        <p:sp>
          <p:nvSpPr>
            <p:cNvPr id="44" name="TextBox 43">
              <a:extLst>
                <a:ext uri="{FF2B5EF4-FFF2-40B4-BE49-F238E27FC236}">
                  <a16:creationId xmlns:a16="http://schemas.microsoft.com/office/drawing/2014/main" id="{E192B93F-D521-4F89-B9BB-ED513969E659}"/>
                </a:ext>
              </a:extLst>
            </p:cNvPr>
            <p:cNvSpPr txBox="1"/>
            <p:nvPr/>
          </p:nvSpPr>
          <p:spPr>
            <a:xfrm rot="953905">
              <a:off x="4011080" y="3579755"/>
              <a:ext cx="723275" cy="369332"/>
            </a:xfrm>
            <a:prstGeom prst="rect">
              <a:avLst/>
            </a:prstGeom>
            <a:noFill/>
          </p:spPr>
          <p:txBody>
            <a:bodyPr wrap="none" rtlCol="0">
              <a:spAutoFit/>
            </a:bodyPr>
            <a:lstStyle/>
            <a:p>
              <a:r>
                <a:rPr lang="en-IN" dirty="0"/>
                <a:t>w2x2</a:t>
              </a:r>
            </a:p>
          </p:txBody>
        </p:sp>
        <p:sp>
          <p:nvSpPr>
            <p:cNvPr id="45" name="TextBox 44">
              <a:extLst>
                <a:ext uri="{FF2B5EF4-FFF2-40B4-BE49-F238E27FC236}">
                  <a16:creationId xmlns:a16="http://schemas.microsoft.com/office/drawing/2014/main" id="{C5F66CF6-6E3A-4816-A797-5EBB964B9A89}"/>
                </a:ext>
              </a:extLst>
            </p:cNvPr>
            <p:cNvSpPr txBox="1"/>
            <p:nvPr/>
          </p:nvSpPr>
          <p:spPr>
            <a:xfrm rot="19304893">
              <a:off x="4232484" y="4631830"/>
              <a:ext cx="765387" cy="369332"/>
            </a:xfrm>
            <a:prstGeom prst="rect">
              <a:avLst/>
            </a:prstGeom>
            <a:noFill/>
          </p:spPr>
          <p:txBody>
            <a:bodyPr wrap="square" rtlCol="0">
              <a:spAutoFit/>
            </a:bodyPr>
            <a:lstStyle/>
            <a:p>
              <a:r>
                <a:rPr lang="en-IN" dirty="0" err="1"/>
                <a:t>wnx</a:t>
              </a:r>
              <a:endParaRPr lang="en-IN" dirty="0"/>
            </a:p>
          </p:txBody>
        </p:sp>
        <p:cxnSp>
          <p:nvCxnSpPr>
            <p:cNvPr id="50" name="Straight Arrow Connector 49">
              <a:extLst>
                <a:ext uri="{FF2B5EF4-FFF2-40B4-BE49-F238E27FC236}">
                  <a16:creationId xmlns:a16="http://schemas.microsoft.com/office/drawing/2014/main" id="{59C53D5E-55B4-40DC-8D21-2676D9F9D369}"/>
                </a:ext>
              </a:extLst>
            </p:cNvPr>
            <p:cNvCxnSpPr>
              <a:endCxn id="8" idx="0"/>
            </p:cNvCxnSpPr>
            <p:nvPr/>
          </p:nvCxnSpPr>
          <p:spPr bwMode="auto">
            <a:xfrm>
              <a:off x="5250962" y="2825812"/>
              <a:ext cx="0" cy="725108"/>
            </a:xfrm>
            <a:prstGeom prst="straightConnector1">
              <a:avLst/>
            </a:prstGeom>
            <a:solidFill>
              <a:schemeClr val="accent1"/>
            </a:solidFill>
            <a:ln w="12700" cap="flat" cmpd="sng" algn="ctr">
              <a:solidFill>
                <a:srgbClr val="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 name="TextBox 54">
              <a:extLst>
                <a:ext uri="{FF2B5EF4-FFF2-40B4-BE49-F238E27FC236}">
                  <a16:creationId xmlns:a16="http://schemas.microsoft.com/office/drawing/2014/main" id="{BCAA8901-3276-4807-92E0-A8B48DB1689D}"/>
                </a:ext>
              </a:extLst>
            </p:cNvPr>
            <p:cNvSpPr txBox="1"/>
            <p:nvPr/>
          </p:nvSpPr>
          <p:spPr>
            <a:xfrm flipH="1">
              <a:off x="5030036" y="2471705"/>
              <a:ext cx="479615" cy="369332"/>
            </a:xfrm>
            <a:prstGeom prst="rect">
              <a:avLst/>
            </a:prstGeom>
            <a:noFill/>
          </p:spPr>
          <p:txBody>
            <a:bodyPr wrap="square" rtlCol="0">
              <a:spAutoFit/>
            </a:bodyPr>
            <a:lstStyle/>
            <a:p>
              <a:r>
                <a:rPr lang="en-IN" dirty="0"/>
                <a:t>bk</a:t>
              </a:r>
            </a:p>
          </p:txBody>
        </p:sp>
        <p:cxnSp>
          <p:nvCxnSpPr>
            <p:cNvPr id="53" name="Straight Connector 52">
              <a:extLst>
                <a:ext uri="{FF2B5EF4-FFF2-40B4-BE49-F238E27FC236}">
                  <a16:creationId xmlns:a16="http://schemas.microsoft.com/office/drawing/2014/main" id="{17AA12F8-85CA-405A-82C8-8F6D1CF04601}"/>
                </a:ext>
              </a:extLst>
            </p:cNvPr>
            <p:cNvCxnSpPr>
              <a:stCxn id="8" idx="6"/>
            </p:cNvCxnSpPr>
            <p:nvPr/>
          </p:nvCxnSpPr>
          <p:spPr bwMode="auto">
            <a:xfrm flipV="1">
              <a:off x="5768320" y="4038212"/>
              <a:ext cx="530880" cy="1"/>
            </a:xfrm>
            <a:prstGeom prst="line">
              <a:avLst/>
            </a:prstGeom>
            <a:solidFill>
              <a:schemeClr val="accent1"/>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Oval 57">
              <a:extLst>
                <a:ext uri="{FF2B5EF4-FFF2-40B4-BE49-F238E27FC236}">
                  <a16:creationId xmlns:a16="http://schemas.microsoft.com/office/drawing/2014/main" id="{116CDD71-5CD9-47E7-9CFE-A7E0CF27ACC9}"/>
                </a:ext>
              </a:extLst>
            </p:cNvPr>
            <p:cNvSpPr/>
            <p:nvPr/>
          </p:nvSpPr>
          <p:spPr bwMode="auto">
            <a:xfrm>
              <a:off x="4733018" y="3550623"/>
              <a:ext cx="1034716" cy="974585"/>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IN" sz="4000" b="0" i="0" u="none" strike="noStrike" cap="none" normalizeH="0" baseline="0" dirty="0">
                  <a:ln>
                    <a:noFill/>
                  </a:ln>
                  <a:solidFill>
                    <a:schemeClr val="tx1"/>
                  </a:solidFill>
                  <a:effectLst/>
                  <a:latin typeface="Arial" panose="020B0604020202020204" pitchFamily="34" charset="0"/>
                  <a:ea typeface="新細明體" panose="02020500000000000000" pitchFamily="18" charset="-120"/>
                </a:rPr>
                <a:t>∑</a:t>
              </a:r>
            </a:p>
          </p:txBody>
        </p:sp>
        <p:sp>
          <p:nvSpPr>
            <p:cNvPr id="54" name="Oval 53">
              <a:extLst>
                <a:ext uri="{FF2B5EF4-FFF2-40B4-BE49-F238E27FC236}">
                  <a16:creationId xmlns:a16="http://schemas.microsoft.com/office/drawing/2014/main" id="{CA5A137D-EB7F-4634-A708-CA31870D038B}"/>
                </a:ext>
              </a:extLst>
            </p:cNvPr>
            <p:cNvSpPr/>
            <p:nvPr/>
          </p:nvSpPr>
          <p:spPr bwMode="auto">
            <a:xfrm>
              <a:off x="6299200" y="3693645"/>
              <a:ext cx="752529" cy="689134"/>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IN" sz="1800" b="0" i="0" u="none" strike="noStrike" cap="none" normalizeH="0" baseline="0">
                <a:ln>
                  <a:noFill/>
                </a:ln>
                <a:solidFill>
                  <a:schemeClr val="tx1"/>
                </a:solidFill>
                <a:effectLst/>
                <a:latin typeface="Arial" panose="020B0604020202020204" pitchFamily="34" charset="0"/>
                <a:ea typeface="新細明體" panose="02020500000000000000" pitchFamily="18" charset="-120"/>
              </a:endParaRPr>
            </a:p>
          </p:txBody>
        </p:sp>
        <p:sp>
          <p:nvSpPr>
            <p:cNvPr id="56" name="TextBox 55">
              <a:extLst>
                <a:ext uri="{FF2B5EF4-FFF2-40B4-BE49-F238E27FC236}">
                  <a16:creationId xmlns:a16="http://schemas.microsoft.com/office/drawing/2014/main" id="{BC0D849B-5AD8-48BF-95C1-EC90A6C50946}"/>
                </a:ext>
              </a:extLst>
            </p:cNvPr>
            <p:cNvSpPr txBox="1"/>
            <p:nvPr/>
          </p:nvSpPr>
          <p:spPr>
            <a:xfrm>
              <a:off x="6326322" y="3739290"/>
              <a:ext cx="725407" cy="584775"/>
            </a:xfrm>
            <a:prstGeom prst="rect">
              <a:avLst/>
            </a:prstGeom>
            <a:noFill/>
          </p:spPr>
          <p:txBody>
            <a:bodyPr wrap="square" rtlCol="0">
              <a:spAutoFit/>
            </a:bodyPr>
            <a:lstStyle/>
            <a:p>
              <a:r>
                <a:rPr lang="en-IN" sz="3200" dirty="0"/>
                <a:t> T</a:t>
              </a:r>
            </a:p>
          </p:txBody>
        </p:sp>
        <p:cxnSp>
          <p:nvCxnSpPr>
            <p:cNvPr id="60" name="Straight Arrow Connector 59">
              <a:extLst>
                <a:ext uri="{FF2B5EF4-FFF2-40B4-BE49-F238E27FC236}">
                  <a16:creationId xmlns:a16="http://schemas.microsoft.com/office/drawing/2014/main" id="{57FFB642-236D-42E6-85AC-F89196CE2CA2}"/>
                </a:ext>
              </a:extLst>
            </p:cNvPr>
            <p:cNvCxnSpPr>
              <a:stCxn id="56" idx="3"/>
            </p:cNvCxnSpPr>
            <p:nvPr/>
          </p:nvCxnSpPr>
          <p:spPr bwMode="auto">
            <a:xfrm>
              <a:off x="7051729" y="4031678"/>
              <a:ext cx="542440" cy="6534"/>
            </a:xfrm>
            <a:prstGeom prst="straightConnector1">
              <a:avLst/>
            </a:prstGeom>
            <a:solidFill>
              <a:schemeClr val="accent1"/>
            </a:solidFill>
            <a:ln w="12700" cap="flat" cmpd="sng" algn="ctr">
              <a:solidFill>
                <a:srgbClr val="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 name="TextBox 63">
              <a:extLst>
                <a:ext uri="{FF2B5EF4-FFF2-40B4-BE49-F238E27FC236}">
                  <a16:creationId xmlns:a16="http://schemas.microsoft.com/office/drawing/2014/main" id="{4B50C768-D65C-44F2-B580-8E49E342AB4B}"/>
                </a:ext>
              </a:extLst>
            </p:cNvPr>
            <p:cNvSpPr txBox="1"/>
            <p:nvPr/>
          </p:nvSpPr>
          <p:spPr>
            <a:xfrm flipH="1">
              <a:off x="7598107" y="3848796"/>
              <a:ext cx="1034715" cy="400110"/>
            </a:xfrm>
            <a:prstGeom prst="rect">
              <a:avLst/>
            </a:prstGeom>
            <a:noFill/>
          </p:spPr>
          <p:txBody>
            <a:bodyPr wrap="square" rtlCol="0">
              <a:spAutoFit/>
            </a:bodyPr>
            <a:lstStyle/>
            <a:p>
              <a:r>
                <a:rPr lang="en-IN" sz="2000" dirty="0"/>
                <a:t>f(net) </a:t>
              </a:r>
              <a:r>
                <a:rPr lang="en-IN" dirty="0"/>
                <a:t> </a:t>
              </a:r>
            </a:p>
          </p:txBody>
        </p:sp>
        <p:sp>
          <p:nvSpPr>
            <p:cNvPr id="65" name="TextBox 64">
              <a:extLst>
                <a:ext uri="{FF2B5EF4-FFF2-40B4-BE49-F238E27FC236}">
                  <a16:creationId xmlns:a16="http://schemas.microsoft.com/office/drawing/2014/main" id="{A0CBA258-B99C-469A-AEEB-DCF0ED6898CC}"/>
                </a:ext>
              </a:extLst>
            </p:cNvPr>
            <p:cNvSpPr txBox="1"/>
            <p:nvPr/>
          </p:nvSpPr>
          <p:spPr>
            <a:xfrm flipH="1">
              <a:off x="5756760" y="3724049"/>
              <a:ext cx="1034715" cy="400110"/>
            </a:xfrm>
            <a:prstGeom prst="rect">
              <a:avLst/>
            </a:prstGeom>
            <a:noFill/>
          </p:spPr>
          <p:txBody>
            <a:bodyPr wrap="square" rtlCol="0">
              <a:spAutoFit/>
            </a:bodyPr>
            <a:lstStyle/>
            <a:p>
              <a:r>
                <a:rPr lang="en-IN" sz="2000" dirty="0"/>
                <a:t>net </a:t>
              </a:r>
              <a:r>
                <a:rPr lang="en-IN" dirty="0"/>
                <a:t> </a:t>
              </a:r>
            </a:p>
          </p:txBody>
        </p:sp>
      </p:grpSp>
      <p:sp>
        <p:nvSpPr>
          <p:cNvPr id="62" name="TextBox 61">
            <a:extLst>
              <a:ext uri="{FF2B5EF4-FFF2-40B4-BE49-F238E27FC236}">
                <a16:creationId xmlns:a16="http://schemas.microsoft.com/office/drawing/2014/main" id="{1EF17263-E253-475A-8613-DAC3DAB186AF}"/>
              </a:ext>
            </a:extLst>
          </p:cNvPr>
          <p:cNvSpPr txBox="1"/>
          <p:nvPr/>
        </p:nvSpPr>
        <p:spPr>
          <a:xfrm>
            <a:off x="1016000" y="2271468"/>
            <a:ext cx="9408160" cy="923330"/>
          </a:xfrm>
          <a:prstGeom prst="rect">
            <a:avLst/>
          </a:prstGeom>
          <a:noFill/>
        </p:spPr>
        <p:txBody>
          <a:bodyPr wrap="square" rtlCol="0">
            <a:spAutoFit/>
          </a:bodyPr>
          <a:lstStyle/>
          <a:p>
            <a:pPr>
              <a:buFont typeface="Arial" panose="020B0604020202020204" pitchFamily="34" charset="0"/>
              <a:buChar char="•"/>
            </a:pPr>
            <a:r>
              <a:rPr lang="en-IN" dirty="0"/>
              <a:t>It consist of input connections, processing unit, threshold logic unit and bias element.</a:t>
            </a:r>
          </a:p>
          <a:p>
            <a:pPr>
              <a:buFont typeface="Arial" panose="020B0604020202020204" pitchFamily="34" charset="0"/>
              <a:buChar char="•"/>
            </a:pPr>
            <a:endParaRPr lang="en-IN" dirty="0"/>
          </a:p>
          <a:p>
            <a:pPr>
              <a:buFont typeface="Arial" panose="020B0604020202020204" pitchFamily="34" charset="0"/>
              <a:buChar char="•"/>
            </a:pPr>
            <a:r>
              <a:rPr lang="en-IN" dirty="0"/>
              <a:t>Synaptic connections are characterised by connection weights.</a:t>
            </a:r>
          </a:p>
        </p:txBody>
      </p:sp>
      <p:sp>
        <p:nvSpPr>
          <p:cNvPr id="63" name="TextBox 62">
            <a:extLst>
              <a:ext uri="{FF2B5EF4-FFF2-40B4-BE49-F238E27FC236}">
                <a16:creationId xmlns:a16="http://schemas.microsoft.com/office/drawing/2014/main" id="{B8A22E36-7D61-463E-8787-5611C6110CE5}"/>
              </a:ext>
            </a:extLst>
          </p:cNvPr>
          <p:cNvSpPr txBox="1"/>
          <p:nvPr/>
        </p:nvSpPr>
        <p:spPr>
          <a:xfrm>
            <a:off x="7606713" y="3297035"/>
            <a:ext cx="4473103" cy="3354765"/>
          </a:xfrm>
          <a:prstGeom prst="rect">
            <a:avLst/>
          </a:prstGeom>
          <a:noFill/>
          <a:ln>
            <a:solidFill>
              <a:srgbClr val="000000"/>
            </a:solidFill>
          </a:ln>
        </p:spPr>
        <p:txBody>
          <a:bodyPr wrap="square" rtlCol="0">
            <a:spAutoFit/>
          </a:bodyPr>
          <a:lstStyle/>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srgbClr val="003366"/>
                </a:solidFill>
                <a:effectLst/>
                <a:uLnTx/>
                <a:uFillTx/>
                <a:latin typeface="Arial"/>
                <a:ea typeface="新細明體"/>
                <a:cs typeface="+mn-cs"/>
              </a:rPr>
              <a:t>The weights can be negative or positive.</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800" b="0" i="0" u="none" strike="noStrike" kern="1200" cap="none" spc="0" normalizeH="0" baseline="0" noProof="0" dirty="0">
              <a:ln>
                <a:noFill/>
              </a:ln>
              <a:solidFill>
                <a:srgbClr val="003366"/>
              </a:solidFill>
              <a:effectLst/>
              <a:uLnTx/>
              <a:uFillTx/>
              <a:latin typeface="Arial"/>
              <a:ea typeface="新細明體"/>
              <a:cs typeface="+mn-cs"/>
            </a:endParaRP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0" i="0" u="none" strike="noStrike" kern="1200" cap="none" spc="0" normalizeH="0" baseline="0" noProof="0" dirty="0">
                <a:ln>
                  <a:noFill/>
                </a:ln>
                <a:solidFill>
                  <a:srgbClr val="003366"/>
                </a:solidFill>
                <a:effectLst/>
                <a:uLnTx/>
                <a:uFillTx/>
                <a:latin typeface="Arial"/>
                <a:ea typeface="新細明體"/>
                <a:cs typeface="+mn-cs"/>
              </a:rPr>
              <a:t>Some times external bias bk is used.</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800" b="0" i="0" u="none" strike="noStrike" kern="1200" cap="none" spc="0" normalizeH="0" baseline="0" noProof="0" dirty="0">
              <a:ln>
                <a:noFill/>
              </a:ln>
              <a:solidFill>
                <a:srgbClr val="003366"/>
              </a:solidFill>
              <a:effectLst/>
              <a:uLnTx/>
              <a:uFillTx/>
              <a:latin typeface="Arial"/>
              <a:ea typeface="新細明體"/>
              <a:cs typeface="+mn-cs"/>
            </a:endParaRP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dirty="0">
                <a:solidFill>
                  <a:srgbClr val="003366"/>
                </a:solidFill>
                <a:latin typeface="Arial"/>
                <a:ea typeface="新細明體"/>
              </a:rPr>
              <a:t>The output of neuron is given by,</a:t>
            </a:r>
          </a:p>
          <a:p>
            <a:pPr marL="182563" marR="0" lvl="0" indent="-1825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dirty="0">
              <a:solidFill>
                <a:srgbClr val="003366"/>
              </a:solidFill>
              <a:latin typeface="Arial"/>
              <a:ea typeface="新細明體"/>
            </a:endParaRPr>
          </a:p>
          <a:p>
            <a:pPr marR="0" lvl="0" indent="274638" algn="l" defTabSz="914400" rtl="0" eaLnBrk="1" fontAlgn="auto" latinLnBrk="0" hangingPunct="1">
              <a:lnSpc>
                <a:spcPct val="100000"/>
              </a:lnSpc>
              <a:spcBef>
                <a:spcPts val="0"/>
              </a:spcBef>
              <a:spcAft>
                <a:spcPts val="0"/>
              </a:spcAft>
              <a:buClrTx/>
              <a:buSzTx/>
              <a:tabLst/>
              <a:defRPr/>
            </a:pPr>
            <a:r>
              <a:rPr kumimoji="0" lang="en-IN" sz="1800" b="0" i="0" u="none" strike="noStrike" kern="1200" cap="none" spc="0" normalizeH="0" baseline="0" noProof="0" dirty="0">
                <a:ln>
                  <a:noFill/>
                </a:ln>
                <a:solidFill>
                  <a:srgbClr val="003366"/>
                </a:solidFill>
                <a:effectLst/>
                <a:uLnTx/>
                <a:uFillTx/>
                <a:latin typeface="Arial"/>
                <a:ea typeface="新細明體"/>
                <a:cs typeface="+mn-cs"/>
              </a:rPr>
              <a:t>y = f(net) = f(</a:t>
            </a:r>
            <a:r>
              <a:rPr kumimoji="0" lang="en-IN" sz="1800" b="0" i="0" u="none" strike="noStrike" kern="1200" cap="none" spc="0" normalizeH="0" baseline="0" noProof="0" dirty="0" err="1">
                <a:ln>
                  <a:noFill/>
                </a:ln>
                <a:solidFill>
                  <a:srgbClr val="003366"/>
                </a:solidFill>
                <a:effectLst/>
                <a:uLnTx/>
                <a:uFillTx/>
                <a:latin typeface="Arial"/>
                <a:ea typeface="新細明體"/>
                <a:cs typeface="+mn-cs"/>
              </a:rPr>
              <a:t>net+bk</a:t>
            </a:r>
            <a:r>
              <a:rPr kumimoji="0" lang="en-IN" sz="1800" b="0" i="0" u="none" strike="noStrike" kern="1200" cap="none" spc="0" normalizeH="0" baseline="0" noProof="0" dirty="0">
                <a:ln>
                  <a:noFill/>
                </a:ln>
                <a:solidFill>
                  <a:srgbClr val="003366"/>
                </a:solidFill>
                <a:effectLst/>
                <a:uLnTx/>
                <a:uFillTx/>
                <a:latin typeface="Arial"/>
                <a:ea typeface="新細明體"/>
                <a:cs typeface="+mn-cs"/>
              </a:rPr>
              <a:t>)</a:t>
            </a:r>
          </a:p>
          <a:p>
            <a:pPr marR="0" lvl="0" indent="274638" algn="l" defTabSz="914400" rtl="0" eaLnBrk="1" fontAlgn="auto" latinLnBrk="0" hangingPunct="1">
              <a:lnSpc>
                <a:spcPct val="100000"/>
              </a:lnSpc>
              <a:spcBef>
                <a:spcPts val="0"/>
              </a:spcBef>
              <a:spcAft>
                <a:spcPts val="0"/>
              </a:spcAft>
              <a:buClrTx/>
              <a:buSzTx/>
              <a:tabLst/>
              <a:defRPr/>
            </a:pPr>
            <a:r>
              <a:rPr lang="en-IN" dirty="0">
                <a:solidFill>
                  <a:srgbClr val="003366"/>
                </a:solidFill>
                <a:latin typeface="Arial"/>
                <a:ea typeface="新細明體"/>
              </a:rPr>
              <a:t>   =  1      if  </a:t>
            </a:r>
            <a:r>
              <a:rPr lang="en-IN" dirty="0" err="1">
                <a:solidFill>
                  <a:srgbClr val="003366"/>
                </a:solidFill>
                <a:latin typeface="Arial"/>
                <a:ea typeface="新細明體"/>
              </a:rPr>
              <a:t>net+bk</a:t>
            </a:r>
            <a:r>
              <a:rPr lang="en-IN" dirty="0">
                <a:solidFill>
                  <a:srgbClr val="003366"/>
                </a:solidFill>
                <a:latin typeface="Arial"/>
                <a:ea typeface="新細明體"/>
              </a:rPr>
              <a:t> &gt;= T</a:t>
            </a:r>
          </a:p>
          <a:p>
            <a:pPr marR="0" lvl="0" indent="274638" algn="l" defTabSz="914400" rtl="0" eaLnBrk="1" fontAlgn="auto" latinLnBrk="0" hangingPunct="1">
              <a:lnSpc>
                <a:spcPct val="100000"/>
              </a:lnSpc>
              <a:spcBef>
                <a:spcPts val="0"/>
              </a:spcBef>
              <a:spcAft>
                <a:spcPts val="0"/>
              </a:spcAft>
              <a:buClrTx/>
              <a:buSzTx/>
              <a:tabLst/>
              <a:defRPr/>
            </a:pPr>
            <a:r>
              <a:rPr lang="en-IN" dirty="0">
                <a:solidFill>
                  <a:srgbClr val="003366"/>
                </a:solidFill>
                <a:latin typeface="Arial"/>
                <a:ea typeface="新細明體"/>
              </a:rPr>
              <a:t>   =  0      if  </a:t>
            </a:r>
            <a:r>
              <a:rPr lang="en-IN" dirty="0" err="1">
                <a:solidFill>
                  <a:srgbClr val="003366"/>
                </a:solidFill>
                <a:latin typeface="Arial"/>
                <a:ea typeface="新細明體"/>
              </a:rPr>
              <a:t>net+bk</a:t>
            </a:r>
            <a:r>
              <a:rPr lang="en-IN" dirty="0">
                <a:solidFill>
                  <a:srgbClr val="003366"/>
                </a:solidFill>
                <a:latin typeface="Arial"/>
                <a:ea typeface="新細明體"/>
              </a:rPr>
              <a:t> &lt;  T </a:t>
            </a:r>
          </a:p>
          <a:p>
            <a:pPr marR="0" lvl="0" indent="274638" algn="l" defTabSz="914400" rtl="0" eaLnBrk="1" fontAlgn="auto" latinLnBrk="0" hangingPunct="1">
              <a:lnSpc>
                <a:spcPct val="100000"/>
              </a:lnSpc>
              <a:spcBef>
                <a:spcPts val="0"/>
              </a:spcBef>
              <a:spcAft>
                <a:spcPts val="0"/>
              </a:spcAft>
              <a:buClrTx/>
              <a:buSzTx/>
              <a:tabLst/>
              <a:defRPr/>
            </a:pPr>
            <a:endParaRPr kumimoji="0" lang="en-IN" sz="1800" b="0" i="0" u="none" strike="noStrike" kern="1200" cap="none" spc="0" normalizeH="0" baseline="0" noProof="0" dirty="0">
              <a:ln>
                <a:noFill/>
              </a:ln>
              <a:solidFill>
                <a:srgbClr val="003366"/>
              </a:solidFill>
              <a:effectLst/>
              <a:uLnTx/>
              <a:uFillTx/>
              <a:latin typeface="Arial"/>
              <a:ea typeface="新細明體"/>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solidFill>
                  <a:srgbClr val="FF0000"/>
                </a:solidFill>
                <a:effectLst/>
                <a:uLnTx/>
                <a:uFillTx/>
                <a:latin typeface="Arial"/>
                <a:ea typeface="新細明體"/>
                <a:cs typeface="+mn-cs"/>
              </a:rPr>
              <a:t>Neurons perform nonlinear operation through its activation function.</a:t>
            </a:r>
            <a:endParaRPr kumimoji="0" lang="en-IN" sz="1600" b="0" i="0" u="none" strike="noStrike" kern="1200" cap="none" spc="0" normalizeH="0" baseline="0" noProof="0" dirty="0">
              <a:ln>
                <a:noFill/>
              </a:ln>
              <a:solidFill>
                <a:srgbClr val="FF0000"/>
              </a:solidFill>
              <a:effectLst/>
              <a:uLnTx/>
              <a:uFillTx/>
              <a:latin typeface="Arial"/>
              <a:ea typeface="新細明體"/>
              <a:cs typeface="+mn-cs"/>
            </a:endParaRPr>
          </a:p>
        </p:txBody>
      </p:sp>
    </p:spTree>
    <p:extLst>
      <p:ext uri="{BB962C8B-B14F-4D97-AF65-F5344CB8AC3E}">
        <p14:creationId xmlns:p14="http://schemas.microsoft.com/office/powerpoint/2010/main" val="264742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D19A7-7AA9-480F-B676-63BB80534ABE}"/>
              </a:ext>
            </a:extLst>
          </p:cNvPr>
          <p:cNvSpPr>
            <a:spLocks noGrp="1"/>
          </p:cNvSpPr>
          <p:nvPr>
            <p:ph type="title"/>
          </p:nvPr>
        </p:nvSpPr>
        <p:spPr/>
        <p:txBody>
          <a:bodyPr/>
          <a:lstStyle/>
          <a:p>
            <a:r>
              <a:rPr lang="en-IN" dirty="0"/>
              <a:t>Architectures of Neural Network</a:t>
            </a:r>
          </a:p>
        </p:txBody>
      </p:sp>
      <p:sp>
        <p:nvSpPr>
          <p:cNvPr id="4" name="Slide Number Placeholder 3">
            <a:extLst>
              <a:ext uri="{FF2B5EF4-FFF2-40B4-BE49-F238E27FC236}">
                <a16:creationId xmlns:a16="http://schemas.microsoft.com/office/drawing/2014/main" id="{C53F0B2E-0198-4E0A-924D-886A53462B4A}"/>
              </a:ext>
            </a:extLst>
          </p:cNvPr>
          <p:cNvSpPr>
            <a:spLocks noGrp="1"/>
          </p:cNvSpPr>
          <p:nvPr>
            <p:ph type="sldNum" sz="quarter" idx="12"/>
          </p:nvPr>
        </p:nvSpPr>
        <p:spPr/>
        <p:txBody>
          <a:bodyPr/>
          <a:lstStyle/>
          <a:p>
            <a:pPr>
              <a:defRPr/>
            </a:pPr>
            <a:fld id="{9AD681D7-8A59-4380-9311-10B86FF921AA}" type="slidenum">
              <a:rPr lang="en-US" altLang="zh-TW" smtClean="0"/>
              <a:pPr>
                <a:defRPr/>
              </a:pPr>
              <a:t>15</a:t>
            </a:fld>
            <a:endParaRPr lang="en-US" altLang="zh-TW"/>
          </a:p>
        </p:txBody>
      </p:sp>
      <p:pic>
        <p:nvPicPr>
          <p:cNvPr id="44034" name="Picture 2" descr="a) Architecture of a single layer perceptron. The architecture... |  Download Scientific Diagram">
            <a:extLst>
              <a:ext uri="{FF2B5EF4-FFF2-40B4-BE49-F238E27FC236}">
                <a16:creationId xmlns:a16="http://schemas.microsoft.com/office/drawing/2014/main" id="{3DE04D60-6E12-4B30-ABBB-C31FD012685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135" r="63660"/>
          <a:stretch/>
        </p:blipFill>
        <p:spPr bwMode="auto">
          <a:xfrm>
            <a:off x="2047875" y="3043646"/>
            <a:ext cx="2942136" cy="305235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3FAD38E-A321-42A0-BE42-885E01EB3525}"/>
              </a:ext>
            </a:extLst>
          </p:cNvPr>
          <p:cNvSpPr txBox="1"/>
          <p:nvPr/>
        </p:nvSpPr>
        <p:spPr>
          <a:xfrm>
            <a:off x="2047875" y="2479948"/>
            <a:ext cx="8843554" cy="369332"/>
          </a:xfrm>
          <a:prstGeom prst="rect">
            <a:avLst/>
          </a:prstGeom>
          <a:noFill/>
        </p:spPr>
        <p:txBody>
          <a:bodyPr wrap="square" rtlCol="0">
            <a:spAutoFit/>
          </a:bodyPr>
          <a:lstStyle/>
          <a:p>
            <a:r>
              <a:rPr lang="en-IN" dirty="0"/>
              <a:t>Single layer neural network                       Multilayer neural network    </a:t>
            </a:r>
          </a:p>
        </p:txBody>
      </p:sp>
      <p:pic>
        <p:nvPicPr>
          <p:cNvPr id="7" name="Picture 2" descr="a) Architecture of a single layer perceptron. The architecture... |  Download Scientific Diagram">
            <a:extLst>
              <a:ext uri="{FF2B5EF4-FFF2-40B4-BE49-F238E27FC236}">
                <a16:creationId xmlns:a16="http://schemas.microsoft.com/office/drawing/2014/main" id="{9F7986E9-8BCC-4E06-8F00-931EA211183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437" t="13135"/>
          <a:stretch/>
        </p:blipFill>
        <p:spPr bwMode="auto">
          <a:xfrm>
            <a:off x="5995852" y="3043644"/>
            <a:ext cx="4245428" cy="30523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47465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C96E7-8108-4310-8BCC-5CC73F4B2139}"/>
              </a:ext>
            </a:extLst>
          </p:cNvPr>
          <p:cNvSpPr>
            <a:spLocks noGrp="1"/>
          </p:cNvSpPr>
          <p:nvPr>
            <p:ph type="title"/>
          </p:nvPr>
        </p:nvSpPr>
        <p:spPr/>
        <p:txBody>
          <a:bodyPr/>
          <a:lstStyle/>
          <a:p>
            <a: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Architectures of Neural Network</a:t>
            </a:r>
            <a:endParaRPr lang="en-IN" dirty="0"/>
          </a:p>
        </p:txBody>
      </p:sp>
      <p:sp>
        <p:nvSpPr>
          <p:cNvPr id="4" name="Slide Number Placeholder 3">
            <a:extLst>
              <a:ext uri="{FF2B5EF4-FFF2-40B4-BE49-F238E27FC236}">
                <a16:creationId xmlns:a16="http://schemas.microsoft.com/office/drawing/2014/main" id="{7BCDE22D-982D-4C8E-851F-B481E87D54D8}"/>
              </a:ext>
            </a:extLst>
          </p:cNvPr>
          <p:cNvSpPr>
            <a:spLocks noGrp="1"/>
          </p:cNvSpPr>
          <p:nvPr>
            <p:ph type="sldNum" sz="quarter" idx="12"/>
          </p:nvPr>
        </p:nvSpPr>
        <p:spPr/>
        <p:txBody>
          <a:bodyPr/>
          <a:lstStyle/>
          <a:p>
            <a:pPr>
              <a:defRPr/>
            </a:pPr>
            <a:fld id="{9AD681D7-8A59-4380-9311-10B86FF921AA}" type="slidenum">
              <a:rPr lang="en-US" altLang="zh-TW" smtClean="0"/>
              <a:pPr>
                <a:defRPr/>
              </a:pPr>
              <a:t>16</a:t>
            </a:fld>
            <a:endParaRPr lang="en-US" altLang="zh-TW"/>
          </a:p>
        </p:txBody>
      </p:sp>
      <p:pic>
        <p:nvPicPr>
          <p:cNvPr id="46082" name="Picture 2" descr="1: An outline of the architectural difference between (a) feedforward... |  Download Scientific Diagram">
            <a:extLst>
              <a:ext uri="{FF2B5EF4-FFF2-40B4-BE49-F238E27FC236}">
                <a16:creationId xmlns:a16="http://schemas.microsoft.com/office/drawing/2014/main" id="{B6481BF2-2863-43C7-A240-BE41A1657C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3783" y="2477168"/>
            <a:ext cx="9052560" cy="436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59737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A1F17-A4BD-4BC5-9D6C-D727FB13CEB7}"/>
              </a:ext>
            </a:extLst>
          </p:cNvPr>
          <p:cNvSpPr>
            <a:spLocks noGrp="1"/>
          </p:cNvSpPr>
          <p:nvPr>
            <p:ph type="title"/>
          </p:nvPr>
        </p:nvSpPr>
        <p:spPr>
          <a:xfrm>
            <a:off x="1029221" y="685104"/>
            <a:ext cx="10566400" cy="1143000"/>
          </a:xfrm>
        </p:spPr>
        <p:txBody>
          <a:bodyPr/>
          <a:lstStyle/>
          <a:p>
            <a:r>
              <a:rPr lang="en-IN" dirty="0"/>
              <a:t>Activation or Stochastic Functions</a:t>
            </a:r>
          </a:p>
        </p:txBody>
      </p:sp>
      <p:graphicFrame>
        <p:nvGraphicFramePr>
          <p:cNvPr id="5" name="Table 5">
            <a:extLst>
              <a:ext uri="{FF2B5EF4-FFF2-40B4-BE49-F238E27FC236}">
                <a16:creationId xmlns:a16="http://schemas.microsoft.com/office/drawing/2014/main" id="{58E3FA48-7DB5-497B-924E-57D39405EB0F}"/>
              </a:ext>
            </a:extLst>
          </p:cNvPr>
          <p:cNvGraphicFramePr>
            <a:graphicFrameLocks noGrp="1"/>
          </p:cNvGraphicFramePr>
          <p:nvPr>
            <p:ph idx="1"/>
            <p:extLst>
              <p:ext uri="{D42A27DB-BD31-4B8C-83A1-F6EECF244321}">
                <p14:modId xmlns:p14="http://schemas.microsoft.com/office/powerpoint/2010/main" val="2485001111"/>
              </p:ext>
            </p:extLst>
          </p:nvPr>
        </p:nvGraphicFramePr>
        <p:xfrm>
          <a:off x="1214847" y="2325189"/>
          <a:ext cx="8360229" cy="4486871"/>
        </p:xfrm>
        <a:graphic>
          <a:graphicData uri="http://schemas.openxmlformats.org/drawingml/2006/table">
            <a:tbl>
              <a:tblPr firstRow="1" bandRow="1">
                <a:tableStyleId>{5C22544A-7EE6-4342-B048-85BDC9FD1C3A}</a:tableStyleId>
              </a:tblPr>
              <a:tblGrid>
                <a:gridCol w="2184848">
                  <a:extLst>
                    <a:ext uri="{9D8B030D-6E8A-4147-A177-3AD203B41FA5}">
                      <a16:colId xmlns:a16="http://schemas.microsoft.com/office/drawing/2014/main" val="1324758390"/>
                    </a:ext>
                  </a:extLst>
                </a:gridCol>
                <a:gridCol w="3323221">
                  <a:extLst>
                    <a:ext uri="{9D8B030D-6E8A-4147-A177-3AD203B41FA5}">
                      <a16:colId xmlns:a16="http://schemas.microsoft.com/office/drawing/2014/main" val="1931534264"/>
                    </a:ext>
                  </a:extLst>
                </a:gridCol>
                <a:gridCol w="2852160">
                  <a:extLst>
                    <a:ext uri="{9D8B030D-6E8A-4147-A177-3AD203B41FA5}">
                      <a16:colId xmlns:a16="http://schemas.microsoft.com/office/drawing/2014/main" val="3196050970"/>
                    </a:ext>
                  </a:extLst>
                </a:gridCol>
              </a:tblGrid>
              <a:tr h="651281">
                <a:tc>
                  <a:txBody>
                    <a:bodyPr/>
                    <a:lstStyle/>
                    <a:p>
                      <a:r>
                        <a:rPr lang="en-IN" dirty="0"/>
                        <a:t>Activation Function</a:t>
                      </a:r>
                    </a:p>
                  </a:txBody>
                  <a:tcPr/>
                </a:tc>
                <a:tc>
                  <a:txBody>
                    <a:bodyPr/>
                    <a:lstStyle/>
                    <a:p>
                      <a:r>
                        <a:rPr lang="en-IN" dirty="0"/>
                        <a:t>Graph</a:t>
                      </a:r>
                    </a:p>
                  </a:txBody>
                  <a:tcPr/>
                </a:tc>
                <a:tc>
                  <a:txBody>
                    <a:bodyPr/>
                    <a:lstStyle/>
                    <a:p>
                      <a:r>
                        <a:rPr lang="en-IN" dirty="0"/>
                        <a:t>Equation</a:t>
                      </a:r>
                    </a:p>
                  </a:txBody>
                  <a:tcPr/>
                </a:tc>
                <a:extLst>
                  <a:ext uri="{0D108BD9-81ED-4DB2-BD59-A6C34878D82A}">
                    <a16:rowId xmlns:a16="http://schemas.microsoft.com/office/drawing/2014/main" val="4188867964"/>
                  </a:ext>
                </a:extLst>
              </a:tr>
              <a:tr h="1917795">
                <a:tc>
                  <a:txBody>
                    <a:bodyPr/>
                    <a:lstStyle/>
                    <a:p>
                      <a:r>
                        <a:rPr lang="en-IN" dirty="0"/>
                        <a:t>Discrete Unipolar/</a:t>
                      </a:r>
                    </a:p>
                    <a:p>
                      <a:r>
                        <a:rPr lang="en-IN" dirty="0"/>
                        <a:t>Unipolar Binary/ Hard Limit Unipolar</a:t>
                      </a:r>
                    </a:p>
                    <a:p>
                      <a:endParaRPr lang="en-IN" dirty="0"/>
                    </a:p>
                    <a:p>
                      <a:endParaRPr lang="en-IN" dirty="0"/>
                    </a:p>
                  </a:txBody>
                  <a:tcPr/>
                </a:tc>
                <a:tc>
                  <a:txBody>
                    <a:bodyPr/>
                    <a:lstStyle/>
                    <a:p>
                      <a:endParaRPr lang="en-IN" dirty="0"/>
                    </a:p>
                    <a:p>
                      <a:endParaRPr lang="en-IN" dirty="0"/>
                    </a:p>
                    <a:p>
                      <a:endParaRPr lang="en-IN" dirty="0"/>
                    </a:p>
                    <a:p>
                      <a:endParaRPr lang="en-IN" dirty="0"/>
                    </a:p>
                    <a:p>
                      <a:endParaRPr lang="en-IN" dirty="0"/>
                    </a:p>
                    <a:p>
                      <a:endParaRPr lang="en-IN" dirty="0"/>
                    </a:p>
                  </a:txBody>
                  <a:tcPr/>
                </a:tc>
                <a:tc>
                  <a:txBody>
                    <a:bodyPr/>
                    <a:lstStyle/>
                    <a:p>
                      <a:endParaRPr lang="en-IN" dirty="0"/>
                    </a:p>
                  </a:txBody>
                  <a:tcPr/>
                </a:tc>
                <a:extLst>
                  <a:ext uri="{0D108BD9-81ED-4DB2-BD59-A6C34878D82A}">
                    <a16:rowId xmlns:a16="http://schemas.microsoft.com/office/drawing/2014/main" val="355571802"/>
                  </a:ext>
                </a:extLst>
              </a:tr>
              <a:tr h="1917795">
                <a:tc>
                  <a:txBody>
                    <a:bodyPr/>
                    <a:lstStyle/>
                    <a:p>
                      <a:r>
                        <a:rPr lang="en-IN" dirty="0"/>
                        <a:t>Discrete bipolar/</a:t>
                      </a:r>
                    </a:p>
                    <a:p>
                      <a:r>
                        <a:rPr lang="en-IN" dirty="0"/>
                        <a:t>Bipolar Binary/ Hard Limit Bipolar</a:t>
                      </a:r>
                    </a:p>
                    <a:p>
                      <a:endParaRPr lang="en-IN" dirty="0"/>
                    </a:p>
                    <a:p>
                      <a:endParaRPr lang="en-IN" dirty="0"/>
                    </a:p>
                  </a:txBody>
                  <a:tcPr/>
                </a:tc>
                <a:tc>
                  <a:txBody>
                    <a:bodyPr/>
                    <a:lstStyle/>
                    <a:p>
                      <a:endParaRPr lang="en-IN" dirty="0"/>
                    </a:p>
                    <a:p>
                      <a:endParaRPr lang="en-IN" dirty="0"/>
                    </a:p>
                    <a:p>
                      <a:endParaRPr lang="en-IN" dirty="0"/>
                    </a:p>
                    <a:p>
                      <a:endParaRPr lang="en-IN" dirty="0"/>
                    </a:p>
                    <a:p>
                      <a:endParaRPr lang="en-IN" dirty="0"/>
                    </a:p>
                    <a:p>
                      <a:endParaRPr lang="en-IN" dirty="0"/>
                    </a:p>
                  </a:txBody>
                  <a:tcPr/>
                </a:tc>
                <a:tc>
                  <a:txBody>
                    <a:bodyPr/>
                    <a:lstStyle/>
                    <a:p>
                      <a:endParaRPr lang="en-IN" dirty="0"/>
                    </a:p>
                  </a:txBody>
                  <a:tcPr/>
                </a:tc>
                <a:extLst>
                  <a:ext uri="{0D108BD9-81ED-4DB2-BD59-A6C34878D82A}">
                    <a16:rowId xmlns:a16="http://schemas.microsoft.com/office/drawing/2014/main" val="1063234513"/>
                  </a:ext>
                </a:extLst>
              </a:tr>
            </a:tbl>
          </a:graphicData>
        </a:graphic>
      </p:graphicFrame>
      <p:sp>
        <p:nvSpPr>
          <p:cNvPr id="4" name="Slide Number Placeholder 3">
            <a:extLst>
              <a:ext uri="{FF2B5EF4-FFF2-40B4-BE49-F238E27FC236}">
                <a16:creationId xmlns:a16="http://schemas.microsoft.com/office/drawing/2014/main" id="{71FB4C90-FF05-402B-8364-2B3E38EF9CBF}"/>
              </a:ext>
            </a:extLst>
          </p:cNvPr>
          <p:cNvSpPr>
            <a:spLocks noGrp="1"/>
          </p:cNvSpPr>
          <p:nvPr>
            <p:ph type="sldNum" sz="quarter" idx="12"/>
          </p:nvPr>
        </p:nvSpPr>
        <p:spPr/>
        <p:txBody>
          <a:bodyPr/>
          <a:lstStyle/>
          <a:p>
            <a:pPr>
              <a:defRPr/>
            </a:pPr>
            <a:fld id="{9AD681D7-8A59-4380-9311-10B86FF921AA}" type="slidenum">
              <a:rPr lang="en-US" altLang="zh-TW" smtClean="0"/>
              <a:pPr>
                <a:defRPr/>
              </a:pPr>
              <a:t>17</a:t>
            </a:fld>
            <a:endParaRPr lang="en-US" altLang="zh-TW"/>
          </a:p>
        </p:txBody>
      </p:sp>
      <p:grpSp>
        <p:nvGrpSpPr>
          <p:cNvPr id="23" name="Group 22">
            <a:extLst>
              <a:ext uri="{FF2B5EF4-FFF2-40B4-BE49-F238E27FC236}">
                <a16:creationId xmlns:a16="http://schemas.microsoft.com/office/drawing/2014/main" id="{FFFD6CAD-70E0-4930-AF06-C824B04DA0FD}"/>
              </a:ext>
            </a:extLst>
          </p:cNvPr>
          <p:cNvGrpSpPr/>
          <p:nvPr/>
        </p:nvGrpSpPr>
        <p:grpSpPr>
          <a:xfrm>
            <a:off x="3487782" y="3031423"/>
            <a:ext cx="3107995" cy="1702850"/>
            <a:chOff x="2011680" y="2799647"/>
            <a:chExt cx="3457664" cy="2216490"/>
          </a:xfrm>
        </p:grpSpPr>
        <p:cxnSp>
          <p:nvCxnSpPr>
            <p:cNvPr id="24" name="Straight Arrow Connector 23">
              <a:extLst>
                <a:ext uri="{FF2B5EF4-FFF2-40B4-BE49-F238E27FC236}">
                  <a16:creationId xmlns:a16="http://schemas.microsoft.com/office/drawing/2014/main" id="{DC687A8B-D135-4C3D-9C27-BBAF5B5433B7}"/>
                </a:ext>
              </a:extLst>
            </p:cNvPr>
            <p:cNvCxnSpPr/>
            <p:nvPr/>
          </p:nvCxnSpPr>
          <p:spPr bwMode="auto">
            <a:xfrm>
              <a:off x="3435531" y="3200400"/>
              <a:ext cx="0" cy="1815737"/>
            </a:xfrm>
            <a:prstGeom prst="straightConnector1">
              <a:avLst/>
            </a:prstGeom>
            <a:solidFill>
              <a:schemeClr val="accent1"/>
            </a:solidFill>
            <a:ln w="9525" cap="flat" cmpd="sng" algn="ctr">
              <a:solidFill>
                <a:schemeClr val="tx1"/>
              </a:solidFill>
              <a:prstDash val="solid"/>
              <a:round/>
              <a:headEnd type="triangle"/>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Arrow Connector 24">
              <a:extLst>
                <a:ext uri="{FF2B5EF4-FFF2-40B4-BE49-F238E27FC236}">
                  <a16:creationId xmlns:a16="http://schemas.microsoft.com/office/drawing/2014/main" id="{BC439486-E2B8-449C-8AF1-E5EAD9FB68B3}"/>
                </a:ext>
              </a:extLst>
            </p:cNvPr>
            <p:cNvCxnSpPr/>
            <p:nvPr/>
          </p:nvCxnSpPr>
          <p:spPr bwMode="auto">
            <a:xfrm>
              <a:off x="2011680" y="4389120"/>
              <a:ext cx="2847703" cy="0"/>
            </a:xfrm>
            <a:prstGeom prst="straightConnector1">
              <a:avLst/>
            </a:prstGeom>
            <a:solidFill>
              <a:schemeClr val="accent1"/>
            </a:solidFill>
            <a:ln w="9525" cap="flat" cmpd="sng" algn="ctr">
              <a:solidFill>
                <a:schemeClr val="tx1"/>
              </a:solidFill>
              <a:prstDash val="solid"/>
              <a:round/>
              <a:headEnd type="triangle"/>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Connector 25">
              <a:extLst>
                <a:ext uri="{FF2B5EF4-FFF2-40B4-BE49-F238E27FC236}">
                  <a16:creationId xmlns:a16="http://schemas.microsoft.com/office/drawing/2014/main" id="{2A52C060-85C9-4312-A378-A8BC62575E54}"/>
                </a:ext>
              </a:extLst>
            </p:cNvPr>
            <p:cNvCxnSpPr/>
            <p:nvPr/>
          </p:nvCxnSpPr>
          <p:spPr bwMode="auto">
            <a:xfrm>
              <a:off x="3435531" y="3696789"/>
              <a:ext cx="1306286" cy="0"/>
            </a:xfrm>
            <a:prstGeom prst="line">
              <a:avLst/>
            </a:prstGeom>
            <a:solidFill>
              <a:schemeClr val="accent1"/>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Straight Connector 26">
              <a:extLst>
                <a:ext uri="{FF2B5EF4-FFF2-40B4-BE49-F238E27FC236}">
                  <a16:creationId xmlns:a16="http://schemas.microsoft.com/office/drawing/2014/main" id="{C31E5503-018E-4AF3-8EFE-1D371A24FA59}"/>
                </a:ext>
              </a:extLst>
            </p:cNvPr>
            <p:cNvCxnSpPr/>
            <p:nvPr/>
          </p:nvCxnSpPr>
          <p:spPr bwMode="auto">
            <a:xfrm>
              <a:off x="3435531" y="3696789"/>
              <a:ext cx="0" cy="653142"/>
            </a:xfrm>
            <a:prstGeom prst="line">
              <a:avLst/>
            </a:prstGeom>
            <a:solidFill>
              <a:schemeClr val="accent1"/>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Straight Connector 27">
              <a:extLst>
                <a:ext uri="{FF2B5EF4-FFF2-40B4-BE49-F238E27FC236}">
                  <a16:creationId xmlns:a16="http://schemas.microsoft.com/office/drawing/2014/main" id="{7D2AA1A9-4182-4797-B640-F6779EB075DD}"/>
                </a:ext>
              </a:extLst>
            </p:cNvPr>
            <p:cNvCxnSpPr/>
            <p:nvPr/>
          </p:nvCxnSpPr>
          <p:spPr bwMode="auto">
            <a:xfrm>
              <a:off x="2259874" y="4362994"/>
              <a:ext cx="1175657" cy="0"/>
            </a:xfrm>
            <a:prstGeom prst="line">
              <a:avLst/>
            </a:prstGeom>
            <a:solidFill>
              <a:schemeClr val="accent1"/>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TextBox 28">
              <a:extLst>
                <a:ext uri="{FF2B5EF4-FFF2-40B4-BE49-F238E27FC236}">
                  <a16:creationId xmlns:a16="http://schemas.microsoft.com/office/drawing/2014/main" id="{3741E34F-9724-49C0-8EAB-CB57EA4BBEDB}"/>
                </a:ext>
              </a:extLst>
            </p:cNvPr>
            <p:cNvSpPr txBox="1"/>
            <p:nvPr/>
          </p:nvSpPr>
          <p:spPr>
            <a:xfrm>
              <a:off x="3174274" y="2799647"/>
              <a:ext cx="914400" cy="338554"/>
            </a:xfrm>
            <a:prstGeom prst="rect">
              <a:avLst/>
            </a:prstGeom>
            <a:noFill/>
          </p:spPr>
          <p:txBody>
            <a:bodyPr wrap="square" rtlCol="0">
              <a:spAutoFit/>
            </a:bodyPr>
            <a:lstStyle/>
            <a:p>
              <a:r>
                <a:rPr lang="en-IN" sz="1600" dirty="0"/>
                <a:t>f(net)</a:t>
              </a:r>
            </a:p>
          </p:txBody>
        </p:sp>
        <p:sp>
          <p:nvSpPr>
            <p:cNvPr id="30" name="TextBox 29">
              <a:extLst>
                <a:ext uri="{FF2B5EF4-FFF2-40B4-BE49-F238E27FC236}">
                  <a16:creationId xmlns:a16="http://schemas.microsoft.com/office/drawing/2014/main" id="{65498556-9508-4C7D-9171-638EE0070C54}"/>
                </a:ext>
              </a:extLst>
            </p:cNvPr>
            <p:cNvSpPr txBox="1"/>
            <p:nvPr/>
          </p:nvSpPr>
          <p:spPr>
            <a:xfrm>
              <a:off x="4826723" y="4206240"/>
              <a:ext cx="642621" cy="456149"/>
            </a:xfrm>
            <a:prstGeom prst="rect">
              <a:avLst/>
            </a:prstGeom>
            <a:noFill/>
          </p:spPr>
          <p:txBody>
            <a:bodyPr wrap="square" rtlCol="0">
              <a:spAutoFit/>
            </a:bodyPr>
            <a:lstStyle/>
            <a:p>
              <a:r>
                <a:rPr lang="en-IN" sz="1600" dirty="0"/>
                <a:t>net</a:t>
              </a:r>
            </a:p>
          </p:txBody>
        </p:sp>
        <p:sp>
          <p:nvSpPr>
            <p:cNvPr id="31" name="TextBox 30">
              <a:extLst>
                <a:ext uri="{FF2B5EF4-FFF2-40B4-BE49-F238E27FC236}">
                  <a16:creationId xmlns:a16="http://schemas.microsoft.com/office/drawing/2014/main" id="{4998EFF3-AC6F-488D-B745-52D8BA3F57FF}"/>
                </a:ext>
              </a:extLst>
            </p:cNvPr>
            <p:cNvSpPr txBox="1"/>
            <p:nvPr/>
          </p:nvSpPr>
          <p:spPr>
            <a:xfrm>
              <a:off x="3174274" y="4374974"/>
              <a:ext cx="298480" cy="338554"/>
            </a:xfrm>
            <a:prstGeom prst="rect">
              <a:avLst/>
            </a:prstGeom>
            <a:noFill/>
          </p:spPr>
          <p:txBody>
            <a:bodyPr wrap="none" rtlCol="0">
              <a:spAutoFit/>
            </a:bodyPr>
            <a:lstStyle/>
            <a:p>
              <a:r>
                <a:rPr lang="en-IN" sz="1600" dirty="0"/>
                <a:t>0</a:t>
              </a:r>
            </a:p>
          </p:txBody>
        </p:sp>
      </p:gr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1FE0706B-A5FC-470E-B7B5-9036FA176655}"/>
                  </a:ext>
                </a:extLst>
              </p:cNvPr>
              <p:cNvSpPr txBox="1"/>
              <p:nvPr/>
            </p:nvSpPr>
            <p:spPr>
              <a:xfrm>
                <a:off x="6975414" y="3512257"/>
                <a:ext cx="2220023"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𝑓</m:t>
                      </m:r>
                      <m:d>
                        <m:dPr>
                          <m:ctrlPr>
                            <a:rPr lang="en-IN" b="0" i="1" smtClean="0">
                              <a:latin typeface="Cambria Math" panose="02040503050406030204" pitchFamily="18" charset="0"/>
                            </a:rPr>
                          </m:ctrlPr>
                        </m:dPr>
                        <m:e>
                          <m:r>
                            <a:rPr lang="en-IN" b="0" i="1" smtClean="0">
                              <a:latin typeface="Cambria Math" panose="02040503050406030204" pitchFamily="18" charset="0"/>
                            </a:rPr>
                            <m:t>𝑛𝑒𝑡</m:t>
                          </m:r>
                        </m:e>
                      </m:d>
                      <m:r>
                        <a:rPr lang="en-IN" i="1" smtClean="0">
                          <a:latin typeface="Cambria Math" panose="02040503050406030204" pitchFamily="18" charset="0"/>
                        </a:rPr>
                        <m:t>=</m:t>
                      </m:r>
                      <m:r>
                        <a:rPr lang="en-IN" b="0" i="1" smtClean="0">
                          <a:latin typeface="Cambria Math" panose="02040503050406030204" pitchFamily="18" charset="0"/>
                        </a:rPr>
                        <m:t>1;</m:t>
                      </m:r>
                      <m:r>
                        <a:rPr lang="en-IN" b="0" i="1" smtClean="0">
                          <a:latin typeface="Cambria Math" panose="02040503050406030204" pitchFamily="18" charset="0"/>
                        </a:rPr>
                        <m:t>𝑛𝑒𝑡</m:t>
                      </m:r>
                      <m:r>
                        <a:rPr lang="en-IN" b="0" i="1" smtClean="0">
                          <a:latin typeface="Cambria Math" panose="02040503050406030204" pitchFamily="18" charset="0"/>
                        </a:rPr>
                        <m:t>≥0</m:t>
                      </m:r>
                    </m:oMath>
                  </m:oMathPara>
                </a14:m>
                <a:endParaRPr lang="en-IN" dirty="0"/>
              </a:p>
              <a:p>
                <a:r>
                  <a:rPr lang="en-IN" dirty="0"/>
                  <a:t>                 0; </a:t>
                </a:r>
                <a14:m>
                  <m:oMath xmlns:m="http://schemas.openxmlformats.org/officeDocument/2006/math">
                    <m:r>
                      <a:rPr kumimoji="0" lang="en-IN" b="0" i="1" u="none" strike="noStrike" kern="1200" cap="none" spc="0" normalizeH="0" baseline="0" noProof="0" smtClean="0">
                        <a:ln>
                          <a:noFill/>
                        </a:ln>
                        <a:solidFill>
                          <a:srgbClr val="003366"/>
                        </a:solidFill>
                        <a:effectLst/>
                        <a:uLnTx/>
                        <a:uFillTx/>
                        <a:latin typeface="Cambria Math" panose="02040503050406030204" pitchFamily="18" charset="0"/>
                      </a:rPr>
                      <m:t>𝑛𝑒𝑡</m:t>
                    </m:r>
                    <m:r>
                      <a:rPr kumimoji="0" lang="en-IN" b="0" i="1" u="none" strike="noStrike" kern="1200" cap="none" spc="0" normalizeH="0" baseline="0" noProof="0" smtClean="0">
                        <a:ln>
                          <a:noFill/>
                        </a:ln>
                        <a:solidFill>
                          <a:srgbClr val="003366"/>
                        </a:solidFill>
                        <a:effectLst/>
                        <a:uLnTx/>
                        <a:uFillTx/>
                        <a:latin typeface="Cambria Math" panose="02040503050406030204" pitchFamily="18" charset="0"/>
                      </a:rPr>
                      <m:t>&lt;0</m:t>
                    </m:r>
                  </m:oMath>
                </a14:m>
                <a:endParaRPr lang="en-IN" dirty="0"/>
              </a:p>
            </p:txBody>
          </p:sp>
        </mc:Choice>
        <mc:Fallback xmlns="">
          <p:sp>
            <p:nvSpPr>
              <p:cNvPr id="32" name="TextBox 31">
                <a:extLst>
                  <a:ext uri="{FF2B5EF4-FFF2-40B4-BE49-F238E27FC236}">
                    <a16:creationId xmlns:a16="http://schemas.microsoft.com/office/drawing/2014/main" id="{1FE0706B-A5FC-470E-B7B5-9036FA176655}"/>
                  </a:ext>
                </a:extLst>
              </p:cNvPr>
              <p:cNvSpPr txBox="1">
                <a:spLocks noRot="1" noChangeAspect="1" noMove="1" noResize="1" noEditPoints="1" noAdjustHandles="1" noChangeArrowheads="1" noChangeShapeType="1" noTextEdit="1"/>
              </p:cNvSpPr>
              <p:nvPr/>
            </p:nvSpPr>
            <p:spPr>
              <a:xfrm>
                <a:off x="6975414" y="3512257"/>
                <a:ext cx="2220023" cy="553998"/>
              </a:xfrm>
              <a:prstGeom prst="rect">
                <a:avLst/>
              </a:prstGeom>
              <a:blipFill>
                <a:blip r:embed="rId2"/>
                <a:stretch>
                  <a:fillRect b="-25275"/>
                </a:stretch>
              </a:blipFill>
            </p:spPr>
            <p:txBody>
              <a:bodyPr/>
              <a:lstStyle/>
              <a:p>
                <a:r>
                  <a:rPr lang="en-IN">
                    <a:noFill/>
                  </a:rPr>
                  <a:t> </a:t>
                </a:r>
              </a:p>
            </p:txBody>
          </p:sp>
        </mc:Fallback>
      </mc:AlternateContent>
      <p:grpSp>
        <p:nvGrpSpPr>
          <p:cNvPr id="33" name="Group 32">
            <a:extLst>
              <a:ext uri="{FF2B5EF4-FFF2-40B4-BE49-F238E27FC236}">
                <a16:creationId xmlns:a16="http://schemas.microsoft.com/office/drawing/2014/main" id="{427D2A0F-1DA6-49D8-ABE1-471B51022E7F}"/>
              </a:ext>
            </a:extLst>
          </p:cNvPr>
          <p:cNvGrpSpPr/>
          <p:nvPr/>
        </p:nvGrpSpPr>
        <p:grpSpPr>
          <a:xfrm>
            <a:off x="3487781" y="4904322"/>
            <a:ext cx="3304895" cy="1826677"/>
            <a:chOff x="2011680" y="2718695"/>
            <a:chExt cx="3293666" cy="2689328"/>
          </a:xfrm>
        </p:grpSpPr>
        <p:grpSp>
          <p:nvGrpSpPr>
            <p:cNvPr id="34" name="Group 33">
              <a:extLst>
                <a:ext uri="{FF2B5EF4-FFF2-40B4-BE49-F238E27FC236}">
                  <a16:creationId xmlns:a16="http://schemas.microsoft.com/office/drawing/2014/main" id="{509E2A5B-D5EB-4855-A5AE-79BED852EC1F}"/>
                </a:ext>
              </a:extLst>
            </p:cNvPr>
            <p:cNvGrpSpPr/>
            <p:nvPr/>
          </p:nvGrpSpPr>
          <p:grpSpPr>
            <a:xfrm>
              <a:off x="2011680" y="2718695"/>
              <a:ext cx="3293666" cy="2689328"/>
              <a:chOff x="2011680" y="2718695"/>
              <a:chExt cx="3293666" cy="2689328"/>
            </a:xfrm>
          </p:grpSpPr>
          <p:cxnSp>
            <p:nvCxnSpPr>
              <p:cNvPr id="38" name="Straight Arrow Connector 37">
                <a:extLst>
                  <a:ext uri="{FF2B5EF4-FFF2-40B4-BE49-F238E27FC236}">
                    <a16:creationId xmlns:a16="http://schemas.microsoft.com/office/drawing/2014/main" id="{D2FF0389-70D4-4464-B818-E598B875D476}"/>
                  </a:ext>
                </a:extLst>
              </p:cNvPr>
              <p:cNvCxnSpPr/>
              <p:nvPr/>
            </p:nvCxnSpPr>
            <p:spPr bwMode="auto">
              <a:xfrm>
                <a:off x="3435531" y="3200400"/>
                <a:ext cx="0" cy="2207623"/>
              </a:xfrm>
              <a:prstGeom prst="straightConnector1">
                <a:avLst/>
              </a:prstGeom>
              <a:solidFill>
                <a:schemeClr val="accent1"/>
              </a:solidFill>
              <a:ln w="9525" cap="flat" cmpd="sng" algn="ctr">
                <a:solidFill>
                  <a:schemeClr val="tx1"/>
                </a:solidFill>
                <a:prstDash val="solid"/>
                <a:round/>
                <a:headEnd type="triangle"/>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Straight Arrow Connector 38">
                <a:extLst>
                  <a:ext uri="{FF2B5EF4-FFF2-40B4-BE49-F238E27FC236}">
                    <a16:creationId xmlns:a16="http://schemas.microsoft.com/office/drawing/2014/main" id="{2DAF82AD-4C52-47BB-976A-68A16FC0EA96}"/>
                  </a:ext>
                </a:extLst>
              </p:cNvPr>
              <p:cNvCxnSpPr/>
              <p:nvPr/>
            </p:nvCxnSpPr>
            <p:spPr bwMode="auto">
              <a:xfrm>
                <a:off x="2011680" y="4389120"/>
                <a:ext cx="2847703" cy="0"/>
              </a:xfrm>
              <a:prstGeom prst="straightConnector1">
                <a:avLst/>
              </a:prstGeom>
              <a:solidFill>
                <a:schemeClr val="accent1"/>
              </a:solidFill>
              <a:ln w="9525" cap="flat" cmpd="sng" algn="ctr">
                <a:solidFill>
                  <a:schemeClr val="tx1"/>
                </a:solidFill>
                <a:prstDash val="solid"/>
                <a:round/>
                <a:headEnd type="triangle"/>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Straight Connector 39">
                <a:extLst>
                  <a:ext uri="{FF2B5EF4-FFF2-40B4-BE49-F238E27FC236}">
                    <a16:creationId xmlns:a16="http://schemas.microsoft.com/office/drawing/2014/main" id="{F1ECB7A7-E003-45E5-B2CC-F9F985DA4DF9}"/>
                  </a:ext>
                </a:extLst>
              </p:cNvPr>
              <p:cNvCxnSpPr/>
              <p:nvPr/>
            </p:nvCxnSpPr>
            <p:spPr bwMode="auto">
              <a:xfrm>
                <a:off x="3435531" y="3696789"/>
                <a:ext cx="1306286" cy="0"/>
              </a:xfrm>
              <a:prstGeom prst="line">
                <a:avLst/>
              </a:prstGeom>
              <a:solidFill>
                <a:schemeClr val="accent1"/>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Straight Connector 40">
                <a:extLst>
                  <a:ext uri="{FF2B5EF4-FFF2-40B4-BE49-F238E27FC236}">
                    <a16:creationId xmlns:a16="http://schemas.microsoft.com/office/drawing/2014/main" id="{49B8B55C-A164-48F1-B5A4-8A8D884ED4A6}"/>
                  </a:ext>
                </a:extLst>
              </p:cNvPr>
              <p:cNvCxnSpPr/>
              <p:nvPr/>
            </p:nvCxnSpPr>
            <p:spPr bwMode="auto">
              <a:xfrm>
                <a:off x="3435531" y="3696789"/>
                <a:ext cx="0" cy="653142"/>
              </a:xfrm>
              <a:prstGeom prst="line">
                <a:avLst/>
              </a:prstGeom>
              <a:solidFill>
                <a:schemeClr val="accent1"/>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Straight Connector 41">
                <a:extLst>
                  <a:ext uri="{FF2B5EF4-FFF2-40B4-BE49-F238E27FC236}">
                    <a16:creationId xmlns:a16="http://schemas.microsoft.com/office/drawing/2014/main" id="{F8167059-82D8-45B2-9B6B-41CE0A0EDD24}"/>
                  </a:ext>
                </a:extLst>
              </p:cNvPr>
              <p:cNvCxnSpPr/>
              <p:nvPr/>
            </p:nvCxnSpPr>
            <p:spPr bwMode="auto">
              <a:xfrm>
                <a:off x="2371891" y="4974785"/>
                <a:ext cx="1063640" cy="0"/>
              </a:xfrm>
              <a:prstGeom prst="line">
                <a:avLst/>
              </a:prstGeom>
              <a:solidFill>
                <a:schemeClr val="accent1"/>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 name="TextBox 42">
                <a:extLst>
                  <a:ext uri="{FF2B5EF4-FFF2-40B4-BE49-F238E27FC236}">
                    <a16:creationId xmlns:a16="http://schemas.microsoft.com/office/drawing/2014/main" id="{B36D8788-1C89-42BF-B028-7C9F8C6EE6A7}"/>
                  </a:ext>
                </a:extLst>
              </p:cNvPr>
              <p:cNvSpPr txBox="1"/>
              <p:nvPr/>
            </p:nvSpPr>
            <p:spPr>
              <a:xfrm>
                <a:off x="3075766" y="2718695"/>
                <a:ext cx="914400" cy="338554"/>
              </a:xfrm>
              <a:prstGeom prst="rect">
                <a:avLst/>
              </a:prstGeom>
              <a:noFill/>
            </p:spPr>
            <p:txBody>
              <a:bodyPr wrap="square" rtlCol="0">
                <a:spAutoFit/>
              </a:bodyPr>
              <a:lstStyle/>
              <a:p>
                <a:r>
                  <a:rPr lang="en-IN" sz="1600" dirty="0"/>
                  <a:t>f(net)</a:t>
                </a:r>
              </a:p>
            </p:txBody>
          </p:sp>
          <p:sp>
            <p:nvSpPr>
              <p:cNvPr id="44" name="TextBox 43">
                <a:extLst>
                  <a:ext uri="{FF2B5EF4-FFF2-40B4-BE49-F238E27FC236}">
                    <a16:creationId xmlns:a16="http://schemas.microsoft.com/office/drawing/2014/main" id="{1784BB26-5B84-480B-BDBF-A616D88A3D23}"/>
                  </a:ext>
                </a:extLst>
              </p:cNvPr>
              <p:cNvSpPr txBox="1"/>
              <p:nvPr/>
            </p:nvSpPr>
            <p:spPr>
              <a:xfrm>
                <a:off x="4826723" y="4206239"/>
                <a:ext cx="478623" cy="338554"/>
              </a:xfrm>
              <a:prstGeom prst="rect">
                <a:avLst/>
              </a:prstGeom>
              <a:noFill/>
            </p:spPr>
            <p:txBody>
              <a:bodyPr wrap="square" rtlCol="0">
                <a:spAutoFit/>
              </a:bodyPr>
              <a:lstStyle/>
              <a:p>
                <a:r>
                  <a:rPr lang="en-IN" sz="1600" dirty="0"/>
                  <a:t>net</a:t>
                </a:r>
              </a:p>
            </p:txBody>
          </p:sp>
          <p:sp>
            <p:nvSpPr>
              <p:cNvPr id="45" name="TextBox 44">
                <a:extLst>
                  <a:ext uri="{FF2B5EF4-FFF2-40B4-BE49-F238E27FC236}">
                    <a16:creationId xmlns:a16="http://schemas.microsoft.com/office/drawing/2014/main" id="{A457A082-EC18-4C98-8D90-F68195B25770}"/>
                  </a:ext>
                </a:extLst>
              </p:cNvPr>
              <p:cNvSpPr txBox="1"/>
              <p:nvPr/>
            </p:nvSpPr>
            <p:spPr>
              <a:xfrm>
                <a:off x="3174274" y="4336510"/>
                <a:ext cx="298480" cy="338555"/>
              </a:xfrm>
              <a:prstGeom prst="rect">
                <a:avLst/>
              </a:prstGeom>
              <a:noFill/>
            </p:spPr>
            <p:txBody>
              <a:bodyPr wrap="none" rtlCol="0">
                <a:spAutoFit/>
              </a:bodyPr>
              <a:lstStyle/>
              <a:p>
                <a:r>
                  <a:rPr lang="en-IN" sz="1600" dirty="0"/>
                  <a:t>0</a:t>
                </a:r>
              </a:p>
            </p:txBody>
          </p:sp>
        </p:grpSp>
        <p:cxnSp>
          <p:nvCxnSpPr>
            <p:cNvPr id="35" name="Straight Connector 34">
              <a:extLst>
                <a:ext uri="{FF2B5EF4-FFF2-40B4-BE49-F238E27FC236}">
                  <a16:creationId xmlns:a16="http://schemas.microsoft.com/office/drawing/2014/main" id="{00C30793-F26D-483B-8DE5-4C5372087073}"/>
                </a:ext>
              </a:extLst>
            </p:cNvPr>
            <p:cNvCxnSpPr/>
            <p:nvPr/>
          </p:nvCxnSpPr>
          <p:spPr bwMode="auto">
            <a:xfrm>
              <a:off x="3435531" y="4349931"/>
              <a:ext cx="0" cy="653142"/>
            </a:xfrm>
            <a:prstGeom prst="line">
              <a:avLst/>
            </a:prstGeom>
            <a:solidFill>
              <a:schemeClr val="accent1"/>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TextBox 35">
              <a:extLst>
                <a:ext uri="{FF2B5EF4-FFF2-40B4-BE49-F238E27FC236}">
                  <a16:creationId xmlns:a16="http://schemas.microsoft.com/office/drawing/2014/main" id="{0BE7AA01-89A7-4484-9276-721C1120A42B}"/>
                </a:ext>
              </a:extLst>
            </p:cNvPr>
            <p:cNvSpPr txBox="1"/>
            <p:nvPr/>
          </p:nvSpPr>
          <p:spPr>
            <a:xfrm>
              <a:off x="3122624" y="3604644"/>
              <a:ext cx="312906" cy="369332"/>
            </a:xfrm>
            <a:prstGeom prst="rect">
              <a:avLst/>
            </a:prstGeom>
            <a:noFill/>
          </p:spPr>
          <p:txBody>
            <a:bodyPr wrap="none" rtlCol="0">
              <a:spAutoFit/>
            </a:bodyPr>
            <a:lstStyle/>
            <a:p>
              <a:r>
                <a:rPr lang="en-IN" dirty="0"/>
                <a:t>1</a:t>
              </a:r>
            </a:p>
          </p:txBody>
        </p:sp>
        <p:sp>
          <p:nvSpPr>
            <p:cNvPr id="37" name="TextBox 36">
              <a:extLst>
                <a:ext uri="{FF2B5EF4-FFF2-40B4-BE49-F238E27FC236}">
                  <a16:creationId xmlns:a16="http://schemas.microsoft.com/office/drawing/2014/main" id="{476BBEB7-B7F3-4DC9-8B5A-92CB443789A6}"/>
                </a:ext>
              </a:extLst>
            </p:cNvPr>
            <p:cNvSpPr txBox="1"/>
            <p:nvPr/>
          </p:nvSpPr>
          <p:spPr>
            <a:xfrm>
              <a:off x="3435530" y="4788336"/>
              <a:ext cx="389850" cy="369332"/>
            </a:xfrm>
            <a:prstGeom prst="rect">
              <a:avLst/>
            </a:prstGeom>
            <a:noFill/>
          </p:spPr>
          <p:txBody>
            <a:bodyPr wrap="none" rtlCol="0">
              <a:spAutoFit/>
            </a:bodyPr>
            <a:lstStyle/>
            <a:p>
              <a:r>
                <a:rPr lang="en-IN" dirty="0"/>
                <a:t>-1</a:t>
              </a:r>
            </a:p>
          </p:txBody>
        </p:sp>
      </p:gr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36B4872A-27A9-47E1-8D91-CA451BE132FF}"/>
                  </a:ext>
                </a:extLst>
              </p:cNvPr>
              <p:cNvSpPr txBox="1"/>
              <p:nvPr/>
            </p:nvSpPr>
            <p:spPr>
              <a:xfrm>
                <a:off x="7041248" y="5475321"/>
                <a:ext cx="2220023"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𝑓</m:t>
                      </m:r>
                      <m:d>
                        <m:dPr>
                          <m:ctrlPr>
                            <a:rPr lang="en-IN" b="0" i="1" smtClean="0">
                              <a:latin typeface="Cambria Math" panose="02040503050406030204" pitchFamily="18" charset="0"/>
                            </a:rPr>
                          </m:ctrlPr>
                        </m:dPr>
                        <m:e>
                          <m:r>
                            <a:rPr lang="en-IN" b="0" i="1" smtClean="0">
                              <a:latin typeface="Cambria Math" panose="02040503050406030204" pitchFamily="18" charset="0"/>
                            </a:rPr>
                            <m:t>𝑛𝑒𝑡</m:t>
                          </m:r>
                        </m:e>
                      </m:d>
                      <m:r>
                        <a:rPr lang="en-IN" i="1" smtClean="0">
                          <a:latin typeface="Cambria Math" panose="02040503050406030204" pitchFamily="18" charset="0"/>
                        </a:rPr>
                        <m:t>=</m:t>
                      </m:r>
                      <m:r>
                        <a:rPr lang="en-IN" b="0" i="1" smtClean="0">
                          <a:latin typeface="Cambria Math" panose="02040503050406030204" pitchFamily="18" charset="0"/>
                        </a:rPr>
                        <m:t>1;</m:t>
                      </m:r>
                      <m:r>
                        <a:rPr lang="en-IN" b="0" i="1" smtClean="0">
                          <a:latin typeface="Cambria Math" panose="02040503050406030204" pitchFamily="18" charset="0"/>
                        </a:rPr>
                        <m:t>𝑛𝑒𝑡</m:t>
                      </m:r>
                      <m:r>
                        <a:rPr lang="en-IN" b="0" i="1" smtClean="0">
                          <a:latin typeface="Cambria Math" panose="02040503050406030204" pitchFamily="18" charset="0"/>
                        </a:rPr>
                        <m:t>≥0</m:t>
                      </m:r>
                    </m:oMath>
                  </m:oMathPara>
                </a14:m>
                <a:endParaRPr lang="en-IN" dirty="0"/>
              </a:p>
              <a:p>
                <a:r>
                  <a:rPr lang="en-IN" dirty="0"/>
                  <a:t>                -1; </a:t>
                </a:r>
                <a14:m>
                  <m:oMath xmlns:m="http://schemas.openxmlformats.org/officeDocument/2006/math">
                    <m:r>
                      <a:rPr kumimoji="0" lang="en-IN" b="0" i="1" u="none" strike="noStrike" kern="1200" cap="none" spc="0" normalizeH="0" baseline="0" noProof="0" smtClean="0">
                        <a:ln>
                          <a:noFill/>
                        </a:ln>
                        <a:solidFill>
                          <a:srgbClr val="003366"/>
                        </a:solidFill>
                        <a:effectLst/>
                        <a:uLnTx/>
                        <a:uFillTx/>
                        <a:latin typeface="Cambria Math" panose="02040503050406030204" pitchFamily="18" charset="0"/>
                      </a:rPr>
                      <m:t>𝑛𝑒𝑡</m:t>
                    </m:r>
                    <m:r>
                      <a:rPr kumimoji="0" lang="en-IN" b="0" i="1" u="none" strike="noStrike" kern="1200" cap="none" spc="0" normalizeH="0" baseline="0" noProof="0" smtClean="0">
                        <a:ln>
                          <a:noFill/>
                        </a:ln>
                        <a:solidFill>
                          <a:srgbClr val="003366"/>
                        </a:solidFill>
                        <a:effectLst/>
                        <a:uLnTx/>
                        <a:uFillTx/>
                        <a:latin typeface="Cambria Math" panose="02040503050406030204" pitchFamily="18" charset="0"/>
                      </a:rPr>
                      <m:t>&lt;0</m:t>
                    </m:r>
                  </m:oMath>
                </a14:m>
                <a:endParaRPr lang="en-IN" dirty="0"/>
              </a:p>
            </p:txBody>
          </p:sp>
        </mc:Choice>
        <mc:Fallback xmlns="">
          <p:sp>
            <p:nvSpPr>
              <p:cNvPr id="46" name="TextBox 45">
                <a:extLst>
                  <a:ext uri="{FF2B5EF4-FFF2-40B4-BE49-F238E27FC236}">
                    <a16:creationId xmlns:a16="http://schemas.microsoft.com/office/drawing/2014/main" id="{36B4872A-27A9-47E1-8D91-CA451BE132FF}"/>
                  </a:ext>
                </a:extLst>
              </p:cNvPr>
              <p:cNvSpPr txBox="1">
                <a:spLocks noRot="1" noChangeAspect="1" noMove="1" noResize="1" noEditPoints="1" noAdjustHandles="1" noChangeArrowheads="1" noChangeShapeType="1" noTextEdit="1"/>
              </p:cNvSpPr>
              <p:nvPr/>
            </p:nvSpPr>
            <p:spPr>
              <a:xfrm>
                <a:off x="7041248" y="5475321"/>
                <a:ext cx="2220023" cy="553998"/>
              </a:xfrm>
              <a:prstGeom prst="rect">
                <a:avLst/>
              </a:prstGeom>
              <a:blipFill>
                <a:blip r:embed="rId3"/>
                <a:stretch>
                  <a:fillRect b="-25275"/>
                </a:stretch>
              </a:blipFill>
            </p:spPr>
            <p:txBody>
              <a:bodyPr/>
              <a:lstStyle/>
              <a:p>
                <a:r>
                  <a:rPr lang="en-IN">
                    <a:noFill/>
                  </a:rPr>
                  <a:t> </a:t>
                </a:r>
              </a:p>
            </p:txBody>
          </p:sp>
        </mc:Fallback>
      </mc:AlternateContent>
    </p:spTree>
    <p:extLst>
      <p:ext uri="{BB962C8B-B14F-4D97-AF65-F5344CB8AC3E}">
        <p14:creationId xmlns:p14="http://schemas.microsoft.com/office/powerpoint/2010/main" val="26159608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136343E-3C5F-4857-80C3-D76C89B9DDE8}"/>
              </a:ext>
            </a:extLst>
          </p:cNvPr>
          <p:cNvSpPr>
            <a:spLocks noGrp="1"/>
          </p:cNvSpPr>
          <p:nvPr>
            <p:ph type="sldNum" sz="quarter" idx="12"/>
          </p:nvPr>
        </p:nvSpPr>
        <p:spPr/>
        <p:txBody>
          <a:bodyPr/>
          <a:lstStyle/>
          <a:p>
            <a:pPr>
              <a:defRPr/>
            </a:pPr>
            <a:fld id="{9AD681D7-8A59-4380-9311-10B86FF921AA}" type="slidenum">
              <a:rPr lang="en-US" altLang="zh-TW" smtClean="0"/>
              <a:pPr>
                <a:defRPr/>
              </a:pPr>
              <a:t>18</a:t>
            </a:fld>
            <a:endParaRPr lang="en-US" altLang="zh-TW"/>
          </a:p>
        </p:txBody>
      </p:sp>
      <p:graphicFrame>
        <p:nvGraphicFramePr>
          <p:cNvPr id="6" name="Content Placeholder 5">
            <a:extLst>
              <a:ext uri="{FF2B5EF4-FFF2-40B4-BE49-F238E27FC236}">
                <a16:creationId xmlns:a16="http://schemas.microsoft.com/office/drawing/2014/main" id="{6431D96A-1A24-4283-AEEE-591ADCB48AC8}"/>
              </a:ext>
            </a:extLst>
          </p:cNvPr>
          <p:cNvGraphicFramePr>
            <a:graphicFrameLocks noGrp="1"/>
          </p:cNvGraphicFramePr>
          <p:nvPr>
            <p:ph idx="1"/>
            <p:extLst>
              <p:ext uri="{D42A27DB-BD31-4B8C-83A1-F6EECF244321}">
                <p14:modId xmlns:p14="http://schemas.microsoft.com/office/powerpoint/2010/main" val="381123723"/>
              </p:ext>
            </p:extLst>
          </p:nvPr>
        </p:nvGraphicFramePr>
        <p:xfrm>
          <a:off x="1240971" y="2377440"/>
          <a:ext cx="8793365" cy="4353558"/>
        </p:xfrm>
        <a:graphic>
          <a:graphicData uri="http://schemas.openxmlformats.org/drawingml/2006/table">
            <a:tbl>
              <a:tblPr firstRow="1" bandRow="1">
                <a:tableStyleId>{5C22544A-7EE6-4342-B048-85BDC9FD1C3A}</a:tableStyleId>
              </a:tblPr>
              <a:tblGrid>
                <a:gridCol w="2476787">
                  <a:extLst>
                    <a:ext uri="{9D8B030D-6E8A-4147-A177-3AD203B41FA5}">
                      <a16:colId xmlns:a16="http://schemas.microsoft.com/office/drawing/2014/main" val="1324758390"/>
                    </a:ext>
                  </a:extLst>
                </a:gridCol>
                <a:gridCol w="3316650">
                  <a:extLst>
                    <a:ext uri="{9D8B030D-6E8A-4147-A177-3AD203B41FA5}">
                      <a16:colId xmlns:a16="http://schemas.microsoft.com/office/drawing/2014/main" val="1931534264"/>
                    </a:ext>
                  </a:extLst>
                </a:gridCol>
                <a:gridCol w="2999928">
                  <a:extLst>
                    <a:ext uri="{9D8B030D-6E8A-4147-A177-3AD203B41FA5}">
                      <a16:colId xmlns:a16="http://schemas.microsoft.com/office/drawing/2014/main" val="3196050970"/>
                    </a:ext>
                  </a:extLst>
                </a:gridCol>
              </a:tblGrid>
              <a:tr h="631930">
                <a:tc>
                  <a:txBody>
                    <a:bodyPr/>
                    <a:lstStyle/>
                    <a:p>
                      <a:r>
                        <a:rPr lang="en-IN" dirty="0"/>
                        <a:t>Activation Function</a:t>
                      </a:r>
                    </a:p>
                  </a:txBody>
                  <a:tcPr/>
                </a:tc>
                <a:tc>
                  <a:txBody>
                    <a:bodyPr/>
                    <a:lstStyle/>
                    <a:p>
                      <a:r>
                        <a:rPr lang="en-IN" dirty="0"/>
                        <a:t>Graph</a:t>
                      </a:r>
                    </a:p>
                  </a:txBody>
                  <a:tcPr/>
                </a:tc>
                <a:tc>
                  <a:txBody>
                    <a:bodyPr/>
                    <a:lstStyle/>
                    <a:p>
                      <a:r>
                        <a:rPr lang="en-IN" dirty="0"/>
                        <a:t>Equation</a:t>
                      </a:r>
                    </a:p>
                  </a:txBody>
                  <a:tcPr/>
                </a:tc>
                <a:extLst>
                  <a:ext uri="{0D108BD9-81ED-4DB2-BD59-A6C34878D82A}">
                    <a16:rowId xmlns:a16="http://schemas.microsoft.com/office/drawing/2014/main" val="4188867964"/>
                  </a:ext>
                </a:extLst>
              </a:tr>
              <a:tr h="1860814">
                <a:tc>
                  <a:txBody>
                    <a:bodyPr/>
                    <a:lstStyle/>
                    <a:p>
                      <a:r>
                        <a:rPr lang="en-IN" dirty="0"/>
                        <a:t>Continuous  Unipolar/</a:t>
                      </a:r>
                    </a:p>
                    <a:p>
                      <a:r>
                        <a:rPr lang="en-IN" dirty="0"/>
                        <a:t>Unipolar Sigmoid/ </a:t>
                      </a:r>
                    </a:p>
                    <a:p>
                      <a:r>
                        <a:rPr kumimoji="0" lang="en-IN" sz="1800" b="0" i="0" u="none" strike="noStrike" kern="1200" cap="none" spc="0" normalizeH="0" baseline="0" noProof="0" dirty="0">
                          <a:ln>
                            <a:noFill/>
                          </a:ln>
                          <a:solidFill>
                            <a:srgbClr val="003366"/>
                          </a:solidFill>
                          <a:effectLst/>
                          <a:uLnTx/>
                          <a:uFillTx/>
                          <a:latin typeface="+mn-lt"/>
                          <a:ea typeface="+mn-ea"/>
                          <a:cs typeface="+mn-cs"/>
                        </a:rPr>
                        <a:t>Soft limit unipolar</a:t>
                      </a:r>
                      <a:endParaRPr lang="en-IN" dirty="0"/>
                    </a:p>
                    <a:p>
                      <a:endParaRPr lang="en-IN" dirty="0"/>
                    </a:p>
                  </a:txBody>
                  <a:tcPr/>
                </a:tc>
                <a:tc>
                  <a:txBody>
                    <a:bodyPr/>
                    <a:lstStyle/>
                    <a:p>
                      <a:endParaRPr lang="en-IN" dirty="0"/>
                    </a:p>
                    <a:p>
                      <a:endParaRPr lang="en-IN" dirty="0"/>
                    </a:p>
                    <a:p>
                      <a:endParaRPr lang="en-IN" dirty="0"/>
                    </a:p>
                    <a:p>
                      <a:endParaRPr lang="en-IN" dirty="0"/>
                    </a:p>
                    <a:p>
                      <a:endParaRPr lang="en-IN" dirty="0"/>
                    </a:p>
                    <a:p>
                      <a:endParaRPr lang="en-IN" dirty="0"/>
                    </a:p>
                  </a:txBody>
                  <a:tcPr/>
                </a:tc>
                <a:tc>
                  <a:txBody>
                    <a:bodyPr/>
                    <a:lstStyle/>
                    <a:p>
                      <a:endParaRPr lang="en-IN" dirty="0"/>
                    </a:p>
                  </a:txBody>
                  <a:tcPr/>
                </a:tc>
                <a:extLst>
                  <a:ext uri="{0D108BD9-81ED-4DB2-BD59-A6C34878D82A}">
                    <a16:rowId xmlns:a16="http://schemas.microsoft.com/office/drawing/2014/main" val="355571802"/>
                  </a:ext>
                </a:extLst>
              </a:tr>
              <a:tr h="1860814">
                <a:tc>
                  <a:txBody>
                    <a:bodyPr/>
                    <a:lstStyle/>
                    <a:p>
                      <a:r>
                        <a:rPr lang="en-IN" dirty="0"/>
                        <a:t>Continuous bipolar/</a:t>
                      </a:r>
                    </a:p>
                    <a:p>
                      <a:r>
                        <a:rPr lang="en-IN" dirty="0"/>
                        <a:t>Bipolar Sigmoid/</a:t>
                      </a:r>
                    </a:p>
                    <a:p>
                      <a:r>
                        <a:rPr lang="en-IN" dirty="0"/>
                        <a:t>Soft limit bipolar</a:t>
                      </a:r>
                    </a:p>
                    <a:p>
                      <a:endParaRPr lang="en-IN" dirty="0"/>
                    </a:p>
                    <a:p>
                      <a:endParaRPr lang="en-IN" dirty="0"/>
                    </a:p>
                  </a:txBody>
                  <a:tcPr/>
                </a:tc>
                <a:tc>
                  <a:txBody>
                    <a:bodyPr/>
                    <a:lstStyle/>
                    <a:p>
                      <a:endParaRPr lang="en-IN" dirty="0"/>
                    </a:p>
                    <a:p>
                      <a:endParaRPr lang="en-IN" dirty="0"/>
                    </a:p>
                    <a:p>
                      <a:endParaRPr lang="en-IN" dirty="0"/>
                    </a:p>
                    <a:p>
                      <a:endParaRPr lang="en-IN" dirty="0"/>
                    </a:p>
                    <a:p>
                      <a:endParaRPr lang="en-IN" dirty="0"/>
                    </a:p>
                    <a:p>
                      <a:endParaRPr lang="en-IN" dirty="0"/>
                    </a:p>
                  </a:txBody>
                  <a:tcPr/>
                </a:tc>
                <a:tc>
                  <a:txBody>
                    <a:bodyPr/>
                    <a:lstStyle/>
                    <a:p>
                      <a:endParaRPr lang="en-IN" dirty="0"/>
                    </a:p>
                  </a:txBody>
                  <a:tcPr/>
                </a:tc>
                <a:extLst>
                  <a:ext uri="{0D108BD9-81ED-4DB2-BD59-A6C34878D82A}">
                    <a16:rowId xmlns:a16="http://schemas.microsoft.com/office/drawing/2014/main" val="1063234513"/>
                  </a:ext>
                </a:extLst>
              </a:tr>
            </a:tbl>
          </a:graphicData>
        </a:graphic>
      </p:graphicFrame>
      <p:pic>
        <p:nvPicPr>
          <p:cNvPr id="8" name="Picture 7">
            <a:extLst>
              <a:ext uri="{FF2B5EF4-FFF2-40B4-BE49-F238E27FC236}">
                <a16:creationId xmlns:a16="http://schemas.microsoft.com/office/drawing/2014/main" id="{B6F9679E-A578-40E9-A313-585390C626F0}"/>
              </a:ext>
            </a:extLst>
          </p:cNvPr>
          <p:cNvPicPr>
            <a:picLocks noChangeAspect="1"/>
          </p:cNvPicPr>
          <p:nvPr/>
        </p:nvPicPr>
        <p:blipFill>
          <a:blip r:embed="rId2"/>
          <a:stretch>
            <a:fillRect/>
          </a:stretch>
        </p:blipFill>
        <p:spPr>
          <a:xfrm>
            <a:off x="3693695" y="3017520"/>
            <a:ext cx="2981425" cy="1828799"/>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06EAC8C-F4D6-4B22-87EB-91E165E6455D}"/>
                  </a:ext>
                </a:extLst>
              </p:cNvPr>
              <p:cNvSpPr txBox="1"/>
              <p:nvPr/>
            </p:nvSpPr>
            <p:spPr>
              <a:xfrm>
                <a:off x="7155791" y="3362339"/>
                <a:ext cx="2613279" cy="5695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𝑓</m:t>
                      </m:r>
                      <m:r>
                        <a:rPr lang="en-IN" b="0" i="1" smtClean="0">
                          <a:latin typeface="Cambria Math" panose="02040503050406030204" pitchFamily="18" charset="0"/>
                        </a:rPr>
                        <m:t>(</m:t>
                      </m:r>
                      <m:r>
                        <a:rPr lang="en-IN" b="0" i="1" smtClean="0">
                          <a:latin typeface="Cambria Math" panose="02040503050406030204" pitchFamily="18" charset="0"/>
                        </a:rPr>
                        <m:t>𝑛𝑒𝑡</m:t>
                      </m:r>
                      <m:r>
                        <a:rPr lang="en-IN" b="0" i="1" smtClean="0">
                          <a:latin typeface="Cambria Math" panose="02040503050406030204" pitchFamily="18" charset="0"/>
                        </a:rPr>
                        <m:t>)=</m:t>
                      </m:r>
                      <m:f>
                        <m:fPr>
                          <m:ctrlPr>
                            <a:rPr lang="en-US"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1+</m:t>
                          </m:r>
                          <m:r>
                            <m:rPr>
                              <m:sty m:val="p"/>
                            </m:rPr>
                            <a:rPr lang="en-IN" b="0" i="0" smtClean="0">
                              <a:latin typeface="Cambria Math" panose="02040503050406030204" pitchFamily="18" charset="0"/>
                            </a:rPr>
                            <m:t>exp</m:t>
                          </m:r>
                          <m:r>
                            <a:rPr lang="en-IN" b="0" i="1" smtClean="0">
                              <a:latin typeface="Cambria Math" panose="02040503050406030204" pitchFamily="18" charset="0"/>
                            </a:rPr>
                            <m:t>⁡(−</m:t>
                          </m:r>
                          <m:r>
                            <m:rPr>
                              <m:sty m:val="p"/>
                            </m:rPr>
                            <a:rPr lang="el-GR" b="0" i="1" smtClean="0">
                              <a:latin typeface="Cambria Math" panose="02040503050406030204" pitchFamily="18" charset="0"/>
                            </a:rPr>
                            <m:t>λ</m:t>
                          </m:r>
                          <m:r>
                            <a:rPr lang="en-IN" b="0" i="1" smtClean="0">
                              <a:latin typeface="Cambria Math" panose="02040503050406030204" pitchFamily="18" charset="0"/>
                            </a:rPr>
                            <m:t>𝑛𝑒𝑡</m:t>
                          </m:r>
                          <m:r>
                            <a:rPr lang="en-IN" b="0" i="1" smtClean="0">
                              <a:latin typeface="Cambria Math" panose="02040503050406030204" pitchFamily="18" charset="0"/>
                            </a:rPr>
                            <m:t>)</m:t>
                          </m:r>
                        </m:den>
                      </m:f>
                    </m:oMath>
                  </m:oMathPara>
                </a14:m>
                <a:endParaRPr lang="en-IN" dirty="0"/>
              </a:p>
            </p:txBody>
          </p:sp>
        </mc:Choice>
        <mc:Fallback xmlns="">
          <p:sp>
            <p:nvSpPr>
              <p:cNvPr id="9" name="TextBox 8">
                <a:extLst>
                  <a:ext uri="{FF2B5EF4-FFF2-40B4-BE49-F238E27FC236}">
                    <a16:creationId xmlns:a16="http://schemas.microsoft.com/office/drawing/2014/main" id="{106EAC8C-F4D6-4B22-87EB-91E165E6455D}"/>
                  </a:ext>
                </a:extLst>
              </p:cNvPr>
              <p:cNvSpPr txBox="1">
                <a:spLocks noRot="1" noChangeAspect="1" noMove="1" noResize="1" noEditPoints="1" noAdjustHandles="1" noChangeArrowheads="1" noChangeShapeType="1" noTextEdit="1"/>
              </p:cNvSpPr>
              <p:nvPr/>
            </p:nvSpPr>
            <p:spPr>
              <a:xfrm>
                <a:off x="7155791" y="3362339"/>
                <a:ext cx="2613279" cy="569580"/>
              </a:xfrm>
              <a:prstGeom prst="rect">
                <a:avLst/>
              </a:prstGeom>
              <a:blipFill>
                <a:blip r:embed="rId3"/>
                <a:stretch>
                  <a:fillRect/>
                </a:stretch>
              </a:blipFill>
            </p:spPr>
            <p:txBody>
              <a:bodyPr/>
              <a:lstStyle/>
              <a:p>
                <a:r>
                  <a:rPr lang="en-IN">
                    <a:noFill/>
                  </a:rPr>
                  <a:t> </a:t>
                </a:r>
              </a:p>
            </p:txBody>
          </p:sp>
        </mc:Fallback>
      </mc:AlternateContent>
      <p:pic>
        <p:nvPicPr>
          <p:cNvPr id="11" name="Picture 10">
            <a:extLst>
              <a:ext uri="{FF2B5EF4-FFF2-40B4-BE49-F238E27FC236}">
                <a16:creationId xmlns:a16="http://schemas.microsoft.com/office/drawing/2014/main" id="{DB85CE90-4082-4AF5-8D3C-2E5571BB27E6}"/>
              </a:ext>
            </a:extLst>
          </p:cNvPr>
          <p:cNvPicPr>
            <a:picLocks noChangeAspect="1"/>
          </p:cNvPicPr>
          <p:nvPr/>
        </p:nvPicPr>
        <p:blipFill>
          <a:blip r:embed="rId4"/>
          <a:stretch>
            <a:fillRect/>
          </a:stretch>
        </p:blipFill>
        <p:spPr>
          <a:xfrm>
            <a:off x="3461656" y="4902200"/>
            <a:ext cx="3213463" cy="1828799"/>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5396EE1-F9AD-4E3A-A1BE-468CB110CAB3}"/>
                  </a:ext>
                </a:extLst>
              </p:cNvPr>
              <p:cNvSpPr txBox="1"/>
              <p:nvPr/>
            </p:nvSpPr>
            <p:spPr>
              <a:xfrm>
                <a:off x="6818458" y="5515534"/>
                <a:ext cx="2613279" cy="576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𝑓</m:t>
                      </m:r>
                      <m:r>
                        <a:rPr lang="en-IN" b="0" i="1" smtClean="0">
                          <a:latin typeface="Cambria Math" panose="02040503050406030204" pitchFamily="18" charset="0"/>
                        </a:rPr>
                        <m:t>(</m:t>
                      </m:r>
                      <m:r>
                        <a:rPr lang="en-IN" b="0" i="1" smtClean="0">
                          <a:latin typeface="Cambria Math" panose="02040503050406030204" pitchFamily="18" charset="0"/>
                        </a:rPr>
                        <m:t>𝑛𝑒𝑡</m:t>
                      </m:r>
                      <m:r>
                        <a:rPr lang="en-IN" b="0" i="1" smtClean="0">
                          <a:latin typeface="Cambria Math" panose="02040503050406030204" pitchFamily="18" charset="0"/>
                        </a:rPr>
                        <m:t>)=</m:t>
                      </m:r>
                      <m:f>
                        <m:fPr>
                          <m:ctrlPr>
                            <a:rPr lang="en-US" i="1" smtClean="0">
                              <a:latin typeface="Cambria Math" panose="02040503050406030204" pitchFamily="18" charset="0"/>
                            </a:rPr>
                          </m:ctrlPr>
                        </m:fPr>
                        <m:num>
                          <m:r>
                            <a:rPr lang="en-IN" b="0" i="1" smtClean="0">
                              <a:latin typeface="Cambria Math" panose="02040503050406030204" pitchFamily="18" charset="0"/>
                            </a:rPr>
                            <m:t>1−</m:t>
                          </m:r>
                          <m:r>
                            <m:rPr>
                              <m:sty m:val="p"/>
                            </m:rPr>
                            <a:rPr lang="en-IN" b="0" i="0" smtClean="0">
                              <a:latin typeface="Cambria Math" panose="02040503050406030204" pitchFamily="18" charset="0"/>
                            </a:rPr>
                            <m:t>exp</m:t>
                          </m:r>
                          <m:r>
                            <a:rPr lang="en-IN" b="0" i="1" smtClean="0">
                              <a:latin typeface="Cambria Math" panose="02040503050406030204" pitchFamily="18" charset="0"/>
                            </a:rPr>
                            <m:t>⁡(</m:t>
                          </m:r>
                          <m:r>
                            <a:rPr lang="en-IN" i="1">
                              <a:solidFill>
                                <a:srgbClr val="003366"/>
                              </a:solidFill>
                              <a:latin typeface="Cambria Math" panose="02040503050406030204" pitchFamily="18" charset="0"/>
                            </a:rPr>
                            <m:t>−</m:t>
                          </m:r>
                          <m:r>
                            <m:rPr>
                              <m:sty m:val="p"/>
                            </m:rPr>
                            <a:rPr lang="el-GR" i="1">
                              <a:solidFill>
                                <a:srgbClr val="003366"/>
                              </a:solidFill>
                              <a:latin typeface="Cambria Math" panose="02040503050406030204" pitchFamily="18" charset="0"/>
                            </a:rPr>
                            <m:t>λ</m:t>
                          </m:r>
                          <m:r>
                            <a:rPr lang="en-IN" i="1">
                              <a:solidFill>
                                <a:srgbClr val="003366"/>
                              </a:solidFill>
                              <a:latin typeface="Cambria Math" panose="02040503050406030204" pitchFamily="18" charset="0"/>
                            </a:rPr>
                            <m:t>𝑛𝑒𝑡</m:t>
                          </m:r>
                          <m:r>
                            <a:rPr lang="en-IN" b="0" i="1" smtClean="0">
                              <a:latin typeface="Cambria Math" panose="02040503050406030204" pitchFamily="18" charset="0"/>
                            </a:rPr>
                            <m:t>)</m:t>
                          </m:r>
                        </m:num>
                        <m:den>
                          <m:r>
                            <a:rPr lang="en-IN" b="0" i="1" smtClean="0">
                              <a:latin typeface="Cambria Math" panose="02040503050406030204" pitchFamily="18" charset="0"/>
                            </a:rPr>
                            <m:t>1+</m:t>
                          </m:r>
                          <m:r>
                            <m:rPr>
                              <m:sty m:val="p"/>
                            </m:rPr>
                            <a:rPr lang="en-IN" b="0" i="0" smtClean="0">
                              <a:latin typeface="Cambria Math" panose="02040503050406030204" pitchFamily="18" charset="0"/>
                            </a:rPr>
                            <m:t>exp</m:t>
                          </m:r>
                          <m:r>
                            <a:rPr lang="en-IN" b="0" i="1" smtClean="0">
                              <a:latin typeface="Cambria Math" panose="02040503050406030204" pitchFamily="18" charset="0"/>
                            </a:rPr>
                            <m:t>⁡(−</m:t>
                          </m:r>
                          <m:r>
                            <m:rPr>
                              <m:sty m:val="p"/>
                            </m:rPr>
                            <a:rPr lang="el-GR" b="0" i="1" smtClean="0">
                              <a:latin typeface="Cambria Math" panose="02040503050406030204" pitchFamily="18" charset="0"/>
                            </a:rPr>
                            <m:t>λ</m:t>
                          </m:r>
                          <m:r>
                            <a:rPr lang="en-IN" b="0" i="1" smtClean="0">
                              <a:latin typeface="Cambria Math" panose="02040503050406030204" pitchFamily="18" charset="0"/>
                            </a:rPr>
                            <m:t>𝑛𝑒𝑡</m:t>
                          </m:r>
                          <m:r>
                            <a:rPr lang="en-IN" b="0" i="1" smtClean="0">
                              <a:latin typeface="Cambria Math" panose="02040503050406030204" pitchFamily="18" charset="0"/>
                            </a:rPr>
                            <m:t>)</m:t>
                          </m:r>
                        </m:den>
                      </m:f>
                    </m:oMath>
                  </m:oMathPara>
                </a14:m>
                <a:endParaRPr lang="en-IN" dirty="0"/>
              </a:p>
            </p:txBody>
          </p:sp>
        </mc:Choice>
        <mc:Fallback xmlns="">
          <p:sp>
            <p:nvSpPr>
              <p:cNvPr id="12" name="TextBox 11">
                <a:extLst>
                  <a:ext uri="{FF2B5EF4-FFF2-40B4-BE49-F238E27FC236}">
                    <a16:creationId xmlns:a16="http://schemas.microsoft.com/office/drawing/2014/main" id="{35396EE1-F9AD-4E3A-A1BE-468CB110CAB3}"/>
                  </a:ext>
                </a:extLst>
              </p:cNvPr>
              <p:cNvSpPr txBox="1">
                <a:spLocks noRot="1" noChangeAspect="1" noMove="1" noResize="1" noEditPoints="1" noAdjustHandles="1" noChangeArrowheads="1" noChangeShapeType="1" noTextEdit="1"/>
              </p:cNvSpPr>
              <p:nvPr/>
            </p:nvSpPr>
            <p:spPr>
              <a:xfrm>
                <a:off x="6818458" y="5515534"/>
                <a:ext cx="2613279" cy="576761"/>
              </a:xfrm>
              <a:prstGeom prst="rect">
                <a:avLst/>
              </a:prstGeom>
              <a:blipFill>
                <a:blip r:embed="rId5"/>
                <a:stretch>
                  <a:fillRect/>
                </a:stretch>
              </a:blipFill>
            </p:spPr>
            <p:txBody>
              <a:bodyPr/>
              <a:lstStyle/>
              <a:p>
                <a:r>
                  <a:rPr lang="en-IN">
                    <a:noFill/>
                  </a:rPr>
                  <a:t> </a:t>
                </a:r>
              </a:p>
            </p:txBody>
          </p:sp>
        </mc:Fallback>
      </mc:AlternateContent>
      <p:sp>
        <p:nvSpPr>
          <p:cNvPr id="13" name="Title 1">
            <a:extLst>
              <a:ext uri="{FF2B5EF4-FFF2-40B4-BE49-F238E27FC236}">
                <a16:creationId xmlns:a16="http://schemas.microsoft.com/office/drawing/2014/main" id="{14E198E2-F691-414B-90DD-6373606D05B0}"/>
              </a:ext>
            </a:extLst>
          </p:cNvPr>
          <p:cNvSpPr>
            <a:spLocks noGrp="1"/>
          </p:cNvSpPr>
          <p:nvPr>
            <p:ph type="title"/>
          </p:nvPr>
        </p:nvSpPr>
        <p:spPr>
          <a:xfrm>
            <a:off x="1016000" y="762000"/>
            <a:ext cx="10566400" cy="1143000"/>
          </a:xfrm>
        </p:spPr>
        <p:txBody>
          <a:bodyPr/>
          <a:lstStyle/>
          <a:p>
            <a:r>
              <a:rPr lang="en-IN" dirty="0"/>
              <a:t>Activation or Stochastic Functions</a:t>
            </a:r>
          </a:p>
        </p:txBody>
      </p:sp>
    </p:spTree>
    <p:extLst>
      <p:ext uri="{BB962C8B-B14F-4D97-AF65-F5344CB8AC3E}">
        <p14:creationId xmlns:p14="http://schemas.microsoft.com/office/powerpoint/2010/main" val="10102292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5BA49A-04DE-4EFA-90BF-274216F25A95}"/>
              </a:ext>
            </a:extLst>
          </p:cNvPr>
          <p:cNvSpPr>
            <a:spLocks noGrp="1"/>
          </p:cNvSpPr>
          <p:nvPr>
            <p:ph type="sldNum" sz="quarter" idx="12"/>
          </p:nvPr>
        </p:nvSpPr>
        <p:spPr/>
        <p:txBody>
          <a:bodyPr/>
          <a:lstStyle/>
          <a:p>
            <a:pPr>
              <a:defRPr/>
            </a:pPr>
            <a:fld id="{9AD681D7-8A59-4380-9311-10B86FF921AA}" type="slidenum">
              <a:rPr lang="en-US" altLang="zh-TW" smtClean="0"/>
              <a:pPr>
                <a:defRPr/>
              </a:pPr>
              <a:t>19</a:t>
            </a:fld>
            <a:endParaRPr lang="en-US" altLang="zh-TW"/>
          </a:p>
        </p:txBody>
      </p:sp>
      <p:graphicFrame>
        <p:nvGraphicFramePr>
          <p:cNvPr id="5" name="Table 5">
            <a:extLst>
              <a:ext uri="{FF2B5EF4-FFF2-40B4-BE49-F238E27FC236}">
                <a16:creationId xmlns:a16="http://schemas.microsoft.com/office/drawing/2014/main" id="{F670B4C9-77BB-4E4B-8C10-C6E5C6FEFC45}"/>
              </a:ext>
            </a:extLst>
          </p:cNvPr>
          <p:cNvGraphicFramePr>
            <a:graphicFrameLocks noGrp="1"/>
          </p:cNvGraphicFramePr>
          <p:nvPr>
            <p:ph idx="1"/>
            <p:extLst>
              <p:ext uri="{D42A27DB-BD31-4B8C-83A1-F6EECF244321}">
                <p14:modId xmlns:p14="http://schemas.microsoft.com/office/powerpoint/2010/main" val="935405040"/>
              </p:ext>
            </p:extLst>
          </p:nvPr>
        </p:nvGraphicFramePr>
        <p:xfrm>
          <a:off x="1214847" y="2325189"/>
          <a:ext cx="8891679" cy="4486871"/>
        </p:xfrm>
        <a:graphic>
          <a:graphicData uri="http://schemas.openxmlformats.org/drawingml/2006/table">
            <a:tbl>
              <a:tblPr firstRow="1" bandRow="1">
                <a:tableStyleId>{5C22544A-7EE6-4342-B048-85BDC9FD1C3A}</a:tableStyleId>
              </a:tblPr>
              <a:tblGrid>
                <a:gridCol w="1685411">
                  <a:extLst>
                    <a:ext uri="{9D8B030D-6E8A-4147-A177-3AD203B41FA5}">
                      <a16:colId xmlns:a16="http://schemas.microsoft.com/office/drawing/2014/main" val="1324758390"/>
                    </a:ext>
                  </a:extLst>
                </a:gridCol>
                <a:gridCol w="3789300">
                  <a:extLst>
                    <a:ext uri="{9D8B030D-6E8A-4147-A177-3AD203B41FA5}">
                      <a16:colId xmlns:a16="http://schemas.microsoft.com/office/drawing/2014/main" val="1931534264"/>
                    </a:ext>
                  </a:extLst>
                </a:gridCol>
                <a:gridCol w="3416968">
                  <a:extLst>
                    <a:ext uri="{9D8B030D-6E8A-4147-A177-3AD203B41FA5}">
                      <a16:colId xmlns:a16="http://schemas.microsoft.com/office/drawing/2014/main" val="3196050970"/>
                    </a:ext>
                  </a:extLst>
                </a:gridCol>
              </a:tblGrid>
              <a:tr h="651281">
                <a:tc>
                  <a:txBody>
                    <a:bodyPr/>
                    <a:lstStyle/>
                    <a:p>
                      <a:r>
                        <a:rPr lang="en-IN" dirty="0"/>
                        <a:t>Activation Function</a:t>
                      </a:r>
                    </a:p>
                  </a:txBody>
                  <a:tcPr/>
                </a:tc>
                <a:tc>
                  <a:txBody>
                    <a:bodyPr/>
                    <a:lstStyle/>
                    <a:p>
                      <a:r>
                        <a:rPr lang="en-IN" dirty="0"/>
                        <a:t>Graph</a:t>
                      </a:r>
                    </a:p>
                  </a:txBody>
                  <a:tcPr/>
                </a:tc>
                <a:tc>
                  <a:txBody>
                    <a:bodyPr/>
                    <a:lstStyle/>
                    <a:p>
                      <a:r>
                        <a:rPr lang="en-IN" dirty="0"/>
                        <a:t>Equation</a:t>
                      </a:r>
                    </a:p>
                  </a:txBody>
                  <a:tcPr/>
                </a:tc>
                <a:extLst>
                  <a:ext uri="{0D108BD9-81ED-4DB2-BD59-A6C34878D82A}">
                    <a16:rowId xmlns:a16="http://schemas.microsoft.com/office/drawing/2014/main" val="4188867964"/>
                  </a:ext>
                </a:extLst>
              </a:tr>
              <a:tr h="1917795">
                <a:tc>
                  <a:txBody>
                    <a:bodyPr/>
                    <a:lstStyle/>
                    <a:p>
                      <a:r>
                        <a:rPr lang="en-IN" dirty="0"/>
                        <a:t>Linear </a:t>
                      </a:r>
                    </a:p>
                    <a:p>
                      <a:endParaRPr lang="en-IN" dirty="0"/>
                    </a:p>
                  </a:txBody>
                  <a:tcPr/>
                </a:tc>
                <a:tc>
                  <a:txBody>
                    <a:bodyPr/>
                    <a:lstStyle/>
                    <a:p>
                      <a:endParaRPr lang="en-IN" dirty="0"/>
                    </a:p>
                    <a:p>
                      <a:endParaRPr lang="en-IN" dirty="0"/>
                    </a:p>
                    <a:p>
                      <a:endParaRPr lang="en-IN" dirty="0"/>
                    </a:p>
                    <a:p>
                      <a:endParaRPr lang="en-IN" dirty="0"/>
                    </a:p>
                    <a:p>
                      <a:endParaRPr lang="en-IN" dirty="0"/>
                    </a:p>
                    <a:p>
                      <a:endParaRPr lang="en-IN" dirty="0"/>
                    </a:p>
                  </a:txBody>
                  <a:tcPr/>
                </a:tc>
                <a:tc>
                  <a:txBody>
                    <a:bodyPr/>
                    <a:lstStyle/>
                    <a:p>
                      <a:endParaRPr lang="en-IN" dirty="0"/>
                    </a:p>
                  </a:txBody>
                  <a:tcPr/>
                </a:tc>
                <a:extLst>
                  <a:ext uri="{0D108BD9-81ED-4DB2-BD59-A6C34878D82A}">
                    <a16:rowId xmlns:a16="http://schemas.microsoft.com/office/drawing/2014/main" val="355571802"/>
                  </a:ext>
                </a:extLst>
              </a:tr>
              <a:tr h="1917795">
                <a:tc>
                  <a:txBody>
                    <a:bodyPr/>
                    <a:lstStyle/>
                    <a:p>
                      <a:endParaRPr lang="en-IN" dirty="0"/>
                    </a:p>
                    <a:p>
                      <a:r>
                        <a:rPr lang="en-IN" dirty="0"/>
                        <a:t>Gaussian</a:t>
                      </a:r>
                    </a:p>
                  </a:txBody>
                  <a:tcPr/>
                </a:tc>
                <a:tc>
                  <a:txBody>
                    <a:bodyPr/>
                    <a:lstStyle/>
                    <a:p>
                      <a:endParaRPr lang="en-IN" dirty="0"/>
                    </a:p>
                    <a:p>
                      <a:endParaRPr lang="en-IN" dirty="0"/>
                    </a:p>
                    <a:p>
                      <a:r>
                        <a:rPr lang="en-IN" dirty="0"/>
                        <a:t>  </a:t>
                      </a:r>
                    </a:p>
                    <a:p>
                      <a:endParaRPr lang="en-IN" dirty="0"/>
                    </a:p>
                    <a:p>
                      <a:endParaRPr lang="en-IN" dirty="0"/>
                    </a:p>
                    <a:p>
                      <a:endParaRPr lang="en-IN" dirty="0"/>
                    </a:p>
                  </a:txBody>
                  <a:tcPr/>
                </a:tc>
                <a:tc>
                  <a:txBody>
                    <a:bodyPr/>
                    <a:lstStyle/>
                    <a:p>
                      <a:r>
                        <a:rPr lang="en-IN" dirty="0"/>
                        <a:t> </a:t>
                      </a:r>
                    </a:p>
                  </a:txBody>
                  <a:tcPr/>
                </a:tc>
                <a:extLst>
                  <a:ext uri="{0D108BD9-81ED-4DB2-BD59-A6C34878D82A}">
                    <a16:rowId xmlns:a16="http://schemas.microsoft.com/office/drawing/2014/main" val="1063234513"/>
                  </a:ext>
                </a:extLst>
              </a:tr>
            </a:tbl>
          </a:graphicData>
        </a:graphic>
      </p:graphicFrame>
      <p:grpSp>
        <p:nvGrpSpPr>
          <p:cNvPr id="6" name="Group 5">
            <a:extLst>
              <a:ext uri="{FF2B5EF4-FFF2-40B4-BE49-F238E27FC236}">
                <a16:creationId xmlns:a16="http://schemas.microsoft.com/office/drawing/2014/main" id="{7377D6D1-98C2-4ECD-BBF3-8E9D6E009099}"/>
              </a:ext>
            </a:extLst>
          </p:cNvPr>
          <p:cNvGrpSpPr/>
          <p:nvPr/>
        </p:nvGrpSpPr>
        <p:grpSpPr>
          <a:xfrm>
            <a:off x="3792770" y="2925076"/>
            <a:ext cx="3081900" cy="1890257"/>
            <a:chOff x="2011680" y="2801745"/>
            <a:chExt cx="3484618" cy="2606278"/>
          </a:xfrm>
        </p:grpSpPr>
        <p:cxnSp>
          <p:nvCxnSpPr>
            <p:cNvPr id="7" name="Straight Arrow Connector 6">
              <a:extLst>
                <a:ext uri="{FF2B5EF4-FFF2-40B4-BE49-F238E27FC236}">
                  <a16:creationId xmlns:a16="http://schemas.microsoft.com/office/drawing/2014/main" id="{FF693760-594D-4B71-9397-8C3B364AE4CC}"/>
                </a:ext>
              </a:extLst>
            </p:cNvPr>
            <p:cNvCxnSpPr/>
            <p:nvPr/>
          </p:nvCxnSpPr>
          <p:spPr bwMode="auto">
            <a:xfrm>
              <a:off x="3435531" y="3200400"/>
              <a:ext cx="0" cy="2207623"/>
            </a:xfrm>
            <a:prstGeom prst="straightConnector1">
              <a:avLst/>
            </a:prstGeom>
            <a:solidFill>
              <a:schemeClr val="accent1"/>
            </a:solidFill>
            <a:ln w="9525" cap="flat" cmpd="sng" algn="ctr">
              <a:solidFill>
                <a:schemeClr val="tx1"/>
              </a:solidFill>
              <a:prstDash val="solid"/>
              <a:round/>
              <a:headEnd type="triangle"/>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Straight Arrow Connector 7">
              <a:extLst>
                <a:ext uri="{FF2B5EF4-FFF2-40B4-BE49-F238E27FC236}">
                  <a16:creationId xmlns:a16="http://schemas.microsoft.com/office/drawing/2014/main" id="{A9314F47-F9A7-4F78-B986-43EB0AA3392B}"/>
                </a:ext>
              </a:extLst>
            </p:cNvPr>
            <p:cNvCxnSpPr/>
            <p:nvPr/>
          </p:nvCxnSpPr>
          <p:spPr bwMode="auto">
            <a:xfrm>
              <a:off x="2011680" y="4389120"/>
              <a:ext cx="2847703" cy="0"/>
            </a:xfrm>
            <a:prstGeom prst="straightConnector1">
              <a:avLst/>
            </a:prstGeom>
            <a:solidFill>
              <a:schemeClr val="accent1"/>
            </a:solidFill>
            <a:ln w="9525" cap="flat" cmpd="sng" algn="ctr">
              <a:solidFill>
                <a:schemeClr val="tx1"/>
              </a:solidFill>
              <a:prstDash val="solid"/>
              <a:round/>
              <a:headEnd type="triangle"/>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TextBox 8">
              <a:extLst>
                <a:ext uri="{FF2B5EF4-FFF2-40B4-BE49-F238E27FC236}">
                  <a16:creationId xmlns:a16="http://schemas.microsoft.com/office/drawing/2014/main" id="{E1D8512E-0DBF-47FF-BBB3-B16CF9480BAE}"/>
                </a:ext>
              </a:extLst>
            </p:cNvPr>
            <p:cNvSpPr txBox="1"/>
            <p:nvPr/>
          </p:nvSpPr>
          <p:spPr>
            <a:xfrm>
              <a:off x="3137050" y="2801745"/>
              <a:ext cx="914400" cy="338554"/>
            </a:xfrm>
            <a:prstGeom prst="rect">
              <a:avLst/>
            </a:prstGeom>
            <a:noFill/>
          </p:spPr>
          <p:txBody>
            <a:bodyPr wrap="square" rtlCol="0">
              <a:spAutoFit/>
            </a:bodyPr>
            <a:lstStyle/>
            <a:p>
              <a:r>
                <a:rPr lang="en-IN" sz="1600" dirty="0"/>
                <a:t>f(net)</a:t>
              </a:r>
            </a:p>
          </p:txBody>
        </p:sp>
        <p:sp>
          <p:nvSpPr>
            <p:cNvPr id="10" name="TextBox 9">
              <a:extLst>
                <a:ext uri="{FF2B5EF4-FFF2-40B4-BE49-F238E27FC236}">
                  <a16:creationId xmlns:a16="http://schemas.microsoft.com/office/drawing/2014/main" id="{66ADDD8D-4910-47E1-B75F-4A251B10E123}"/>
                </a:ext>
              </a:extLst>
            </p:cNvPr>
            <p:cNvSpPr txBox="1"/>
            <p:nvPr/>
          </p:nvSpPr>
          <p:spPr>
            <a:xfrm>
              <a:off x="4826722" y="4206239"/>
              <a:ext cx="669576" cy="466797"/>
            </a:xfrm>
            <a:prstGeom prst="rect">
              <a:avLst/>
            </a:prstGeom>
            <a:noFill/>
          </p:spPr>
          <p:txBody>
            <a:bodyPr wrap="square" rtlCol="0">
              <a:spAutoFit/>
            </a:bodyPr>
            <a:lstStyle/>
            <a:p>
              <a:r>
                <a:rPr lang="en-IN" sz="1600" dirty="0"/>
                <a:t>net</a:t>
              </a:r>
            </a:p>
          </p:txBody>
        </p:sp>
        <p:sp>
          <p:nvSpPr>
            <p:cNvPr id="11" name="TextBox 10">
              <a:extLst>
                <a:ext uri="{FF2B5EF4-FFF2-40B4-BE49-F238E27FC236}">
                  <a16:creationId xmlns:a16="http://schemas.microsoft.com/office/drawing/2014/main" id="{BFA581C9-2C6F-49F3-995A-CFB77ED841A4}"/>
                </a:ext>
              </a:extLst>
            </p:cNvPr>
            <p:cNvSpPr txBox="1"/>
            <p:nvPr/>
          </p:nvSpPr>
          <p:spPr>
            <a:xfrm>
              <a:off x="3137050" y="3990465"/>
              <a:ext cx="298480" cy="338554"/>
            </a:xfrm>
            <a:prstGeom prst="rect">
              <a:avLst/>
            </a:prstGeom>
            <a:noFill/>
          </p:spPr>
          <p:txBody>
            <a:bodyPr wrap="none" rtlCol="0">
              <a:spAutoFit/>
            </a:bodyPr>
            <a:lstStyle/>
            <a:p>
              <a:r>
                <a:rPr lang="en-IN" sz="1600" dirty="0"/>
                <a:t>0</a:t>
              </a:r>
            </a:p>
          </p:txBody>
        </p:sp>
      </p:grpSp>
      <p:cxnSp>
        <p:nvCxnSpPr>
          <p:cNvPr id="12" name="Straight Connector 11">
            <a:extLst>
              <a:ext uri="{FF2B5EF4-FFF2-40B4-BE49-F238E27FC236}">
                <a16:creationId xmlns:a16="http://schemas.microsoft.com/office/drawing/2014/main" id="{53F4E6A6-8489-4906-94BE-FFA6C228D85C}"/>
              </a:ext>
            </a:extLst>
          </p:cNvPr>
          <p:cNvCxnSpPr>
            <a:cxnSpLocks/>
          </p:cNvCxnSpPr>
          <p:nvPr/>
        </p:nvCxnSpPr>
        <p:spPr bwMode="auto">
          <a:xfrm flipV="1">
            <a:off x="4224774" y="3407803"/>
            <a:ext cx="1592126" cy="1385499"/>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4195965-85FD-449B-82C3-BFC4ABB913A6}"/>
                  </a:ext>
                </a:extLst>
              </p:cNvPr>
              <p:cNvSpPr txBox="1"/>
              <p:nvPr/>
            </p:nvSpPr>
            <p:spPr>
              <a:xfrm>
                <a:off x="6968393" y="3558993"/>
                <a:ext cx="2220023"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𝑓</m:t>
                      </m:r>
                      <m:d>
                        <m:dPr>
                          <m:ctrlPr>
                            <a:rPr lang="en-IN" b="0" i="1" smtClean="0">
                              <a:latin typeface="Cambria Math" panose="02040503050406030204" pitchFamily="18" charset="0"/>
                            </a:rPr>
                          </m:ctrlPr>
                        </m:dPr>
                        <m:e>
                          <m:r>
                            <a:rPr lang="en-IN" b="0" i="1" smtClean="0">
                              <a:latin typeface="Cambria Math" panose="02040503050406030204" pitchFamily="18" charset="0"/>
                            </a:rPr>
                            <m:t>𝑛𝑒𝑡</m:t>
                          </m:r>
                        </m:e>
                      </m:d>
                      <m:r>
                        <a:rPr lang="en-IN" i="1" smtClean="0">
                          <a:latin typeface="Cambria Math" panose="02040503050406030204" pitchFamily="18" charset="0"/>
                        </a:rPr>
                        <m:t>=</m:t>
                      </m:r>
                      <m:r>
                        <a:rPr lang="en-IN" b="0" i="1" smtClean="0">
                          <a:latin typeface="Cambria Math" panose="02040503050406030204" pitchFamily="18" charset="0"/>
                        </a:rPr>
                        <m:t>𝑛𝑒𝑡</m:t>
                      </m:r>
                    </m:oMath>
                  </m:oMathPara>
                </a14:m>
                <a:endParaRPr lang="en-IN" dirty="0"/>
              </a:p>
              <a:p>
                <a:r>
                  <a:rPr lang="en-IN" dirty="0"/>
                  <a:t>                 </a:t>
                </a:r>
              </a:p>
            </p:txBody>
          </p:sp>
        </mc:Choice>
        <mc:Fallback xmlns="">
          <p:sp>
            <p:nvSpPr>
              <p:cNvPr id="17" name="TextBox 16">
                <a:extLst>
                  <a:ext uri="{FF2B5EF4-FFF2-40B4-BE49-F238E27FC236}">
                    <a16:creationId xmlns:a16="http://schemas.microsoft.com/office/drawing/2014/main" id="{74195965-85FD-449B-82C3-BFC4ABB913A6}"/>
                  </a:ext>
                </a:extLst>
              </p:cNvPr>
              <p:cNvSpPr txBox="1">
                <a:spLocks noRot="1" noChangeAspect="1" noMove="1" noResize="1" noEditPoints="1" noAdjustHandles="1" noChangeArrowheads="1" noChangeShapeType="1" noTextEdit="1"/>
              </p:cNvSpPr>
              <p:nvPr/>
            </p:nvSpPr>
            <p:spPr>
              <a:xfrm>
                <a:off x="6968393" y="3558993"/>
                <a:ext cx="2220023" cy="553998"/>
              </a:xfrm>
              <a:prstGeom prst="rect">
                <a:avLst/>
              </a:prstGeom>
              <a:blipFill>
                <a:blip r:embed="rId2"/>
                <a:stretch>
                  <a:fillRect/>
                </a:stretch>
              </a:blipFill>
            </p:spPr>
            <p:txBody>
              <a:bodyPr/>
              <a:lstStyle/>
              <a:p>
                <a:r>
                  <a:rPr lang="en-IN">
                    <a:noFill/>
                  </a:rPr>
                  <a:t> </a:t>
                </a:r>
              </a:p>
            </p:txBody>
          </p:sp>
        </mc:Fallback>
      </mc:AlternateContent>
      <p:pic>
        <p:nvPicPr>
          <p:cNvPr id="19" name="Picture 18" descr="Chart, line chart&#10;&#10;Description automatically generated">
            <a:extLst>
              <a:ext uri="{FF2B5EF4-FFF2-40B4-BE49-F238E27FC236}">
                <a16:creationId xmlns:a16="http://schemas.microsoft.com/office/drawing/2014/main" id="{C1469F03-D84C-4696-B648-88A6EB4DFF3F}"/>
              </a:ext>
            </a:extLst>
          </p:cNvPr>
          <p:cNvPicPr>
            <a:picLocks noChangeAspect="1"/>
          </p:cNvPicPr>
          <p:nvPr/>
        </p:nvPicPr>
        <p:blipFill>
          <a:blip r:embed="rId3"/>
          <a:stretch>
            <a:fillRect/>
          </a:stretch>
        </p:blipFill>
        <p:spPr>
          <a:xfrm>
            <a:off x="3540098" y="5030486"/>
            <a:ext cx="3038475" cy="1739823"/>
          </a:xfrm>
          <a:prstGeom prst="rect">
            <a:avLst/>
          </a:prstGeom>
        </p:spPr>
      </p:pic>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E8DB3F3-68F1-44D5-8EEF-FC1A5DC02B7E}"/>
                  </a:ext>
                </a:extLst>
              </p:cNvPr>
              <p:cNvSpPr txBox="1"/>
              <p:nvPr/>
            </p:nvSpPr>
            <p:spPr>
              <a:xfrm>
                <a:off x="6874670" y="5442072"/>
                <a:ext cx="3644888" cy="1044453"/>
              </a:xfrm>
              <a:prstGeom prst="rect">
                <a:avLst/>
              </a:prstGeom>
              <a:noFill/>
            </p:spPr>
            <p:txBody>
              <a:bodyPr wrap="square" lIns="0" tIns="0" rIns="0" bIns="0" rtlCol="0">
                <a:spAutoFit/>
              </a:bodyPr>
              <a:lstStyle/>
              <a:p>
                <a14:m>
                  <m:oMath xmlns:m="http://schemas.openxmlformats.org/officeDocument/2006/math">
                    <m:r>
                      <a:rPr lang="en-IN" b="0" i="1" smtClean="0">
                        <a:latin typeface="Cambria Math" panose="02040503050406030204" pitchFamily="18" charset="0"/>
                      </a:rPr>
                      <m:t>𝑓</m:t>
                    </m:r>
                    <m:r>
                      <a:rPr lang="en-IN" b="0" i="1" smtClean="0">
                        <a:latin typeface="Cambria Math" panose="02040503050406030204" pitchFamily="18" charset="0"/>
                      </a:rPr>
                      <m:t>(</m:t>
                    </m:r>
                    <m:r>
                      <a:rPr lang="en-IN" b="0" i="1" smtClean="0">
                        <a:latin typeface="Cambria Math" panose="02040503050406030204" pitchFamily="18" charset="0"/>
                      </a:rPr>
                      <m:t>𝑛𝑒𝑡</m:t>
                    </m:r>
                    <m:r>
                      <a:rPr lang="en-IN" b="0" i="1" smtClean="0">
                        <a:latin typeface="Cambria Math" panose="02040503050406030204" pitchFamily="18" charset="0"/>
                      </a:rPr>
                      <m:t>)=</m:t>
                    </m:r>
                    <m:f>
                      <m:fPr>
                        <m:ctrlPr>
                          <a:rPr lang="en-US" i="1" smtClean="0">
                            <a:latin typeface="Cambria Math" panose="02040503050406030204" pitchFamily="18" charset="0"/>
                          </a:rPr>
                        </m:ctrlPr>
                      </m:fPr>
                      <m:num>
                        <m:r>
                          <a:rPr lang="en-IN" b="0" i="1" smtClean="0">
                            <a:latin typeface="Cambria Math" panose="02040503050406030204" pitchFamily="18" charset="0"/>
                          </a:rPr>
                          <m:t>1</m:t>
                        </m:r>
                      </m:num>
                      <m:den>
                        <m:r>
                          <a:rPr lang="en-US" i="1" smtClean="0">
                            <a:latin typeface="Cambria Math" panose="02040503050406030204" pitchFamily="18" charset="0"/>
                          </a:rPr>
                          <m:t>√</m:t>
                        </m:r>
                        <m:r>
                          <a:rPr lang="en-IN" b="0" i="1" smtClean="0">
                            <a:latin typeface="Cambria Math" panose="02040503050406030204" pitchFamily="18" charset="0"/>
                          </a:rPr>
                          <m:t>2</m:t>
                        </m:r>
                        <m:r>
                          <m:rPr>
                            <m:sty m:val="p"/>
                          </m:rPr>
                          <a:rPr lang="el-GR" b="0" i="1" smtClean="0">
                            <a:latin typeface="Cambria Math" panose="02040503050406030204" pitchFamily="18" charset="0"/>
                          </a:rPr>
                          <m:t>Πσ</m:t>
                        </m:r>
                      </m:den>
                    </m:f>
                  </m:oMath>
                </a14:m>
                <a:r>
                  <a:rPr lang="en-IN" dirty="0"/>
                  <a:t> </a:t>
                </a:r>
                <a:r>
                  <a:rPr lang="en-IN" i="1" dirty="0">
                    <a:latin typeface="Cambria Math" panose="02040503050406030204" pitchFamily="18" charset="0"/>
                  </a:rPr>
                  <a:t>exp </a:t>
                </a:r>
                <a:r>
                  <a:rPr lang="en-IN" dirty="0"/>
                  <a:t>(</a:t>
                </a:r>
                <a14:m>
                  <m:oMath xmlns:m="http://schemas.openxmlformats.org/officeDocument/2006/math">
                    <m:f>
                      <m:fPr>
                        <m:ctrlPr>
                          <a:rPr lang="en-US" i="1">
                            <a:solidFill>
                              <a:srgbClr val="003366"/>
                            </a:solidFill>
                            <a:latin typeface="Cambria Math" panose="02040503050406030204" pitchFamily="18" charset="0"/>
                          </a:rPr>
                        </m:ctrlPr>
                      </m:fPr>
                      <m:num>
                        <m:r>
                          <a:rPr lang="en-IN" b="0" i="1" smtClean="0">
                            <a:solidFill>
                              <a:srgbClr val="003366"/>
                            </a:solidFill>
                            <a:latin typeface="Cambria Math" panose="02040503050406030204" pitchFamily="18" charset="0"/>
                          </a:rPr>
                          <m:t>−1</m:t>
                        </m:r>
                      </m:num>
                      <m:den>
                        <m:r>
                          <a:rPr lang="en-IN" b="0" i="1" smtClean="0">
                            <a:solidFill>
                              <a:srgbClr val="003366"/>
                            </a:solidFill>
                            <a:latin typeface="Cambria Math" panose="02040503050406030204" pitchFamily="18" charset="0"/>
                          </a:rPr>
                          <m:t>2</m:t>
                        </m:r>
                      </m:den>
                    </m:f>
                  </m:oMath>
                </a14:m>
                <a:r>
                  <a:rPr lang="en-IN" dirty="0"/>
                  <a:t>(</a:t>
                </a:r>
                <a14:m>
                  <m:oMath xmlns:m="http://schemas.openxmlformats.org/officeDocument/2006/math">
                    <m:f>
                      <m:fPr>
                        <m:ctrlPr>
                          <a:rPr lang="en-US" i="1">
                            <a:solidFill>
                              <a:srgbClr val="003366"/>
                            </a:solidFill>
                            <a:latin typeface="Cambria Math" panose="02040503050406030204" pitchFamily="18" charset="0"/>
                          </a:rPr>
                        </m:ctrlPr>
                      </m:fPr>
                      <m:num>
                        <m:r>
                          <a:rPr lang="en-IN" b="0" i="1" smtClean="0">
                            <a:solidFill>
                              <a:srgbClr val="003366"/>
                            </a:solidFill>
                            <a:latin typeface="Cambria Math" panose="02040503050406030204" pitchFamily="18" charset="0"/>
                          </a:rPr>
                          <m:t>𝑛𝑒𝑡</m:t>
                        </m:r>
                        <m:r>
                          <a:rPr lang="en-IN" b="0" i="1" smtClean="0">
                            <a:solidFill>
                              <a:srgbClr val="003366"/>
                            </a:solidFill>
                            <a:latin typeface="Cambria Math" panose="02040503050406030204" pitchFamily="18" charset="0"/>
                          </a:rPr>
                          <m:t>−</m:t>
                        </m:r>
                        <m:r>
                          <a:rPr lang="en-IN" b="0" i="1" smtClean="0">
                            <a:solidFill>
                              <a:srgbClr val="003366"/>
                            </a:solidFill>
                            <a:latin typeface="Cambria Math" panose="02040503050406030204" pitchFamily="18" charset="0"/>
                          </a:rPr>
                          <m:t>𝑢</m:t>
                        </m:r>
                      </m:num>
                      <m:den>
                        <m:r>
                          <m:rPr>
                            <m:sty m:val="p"/>
                          </m:rPr>
                          <a:rPr lang="el-GR" i="1">
                            <a:solidFill>
                              <a:srgbClr val="003366"/>
                            </a:solidFill>
                            <a:latin typeface="Cambria Math" panose="02040503050406030204" pitchFamily="18" charset="0"/>
                          </a:rPr>
                          <m:t>σ</m:t>
                        </m:r>
                      </m:den>
                    </m:f>
                  </m:oMath>
                </a14:m>
                <a:r>
                  <a:rPr lang="en-IN" dirty="0">
                    <a:solidFill>
                      <a:srgbClr val="003366"/>
                    </a:solidFill>
                  </a:rPr>
                  <a:t> )^</a:t>
                </a:r>
                <a:r>
                  <a:rPr lang="en-IN" sz="1200" dirty="0">
                    <a:solidFill>
                      <a:srgbClr val="003366"/>
                    </a:solidFill>
                  </a:rPr>
                  <a:t>2</a:t>
                </a:r>
                <a:r>
                  <a:rPr lang="en-IN" dirty="0">
                    <a:solidFill>
                      <a:srgbClr val="003366"/>
                    </a:solidFill>
                  </a:rPr>
                  <a:t>)</a:t>
                </a:r>
              </a:p>
              <a:p>
                <a:endParaRPr lang="en-IN" dirty="0">
                  <a:solidFill>
                    <a:srgbClr val="003366"/>
                  </a:solidFill>
                </a:endParaRPr>
              </a:p>
              <a:p>
                <a:r>
                  <a:rPr lang="en-IN" dirty="0">
                    <a:solidFill>
                      <a:srgbClr val="003366"/>
                    </a:solidFill>
                  </a:rPr>
                  <a:t>     </a:t>
                </a:r>
                <a:r>
                  <a:rPr lang="el-GR" sz="2400" dirty="0">
                    <a:solidFill>
                      <a:srgbClr val="003366"/>
                    </a:solidFill>
                  </a:rPr>
                  <a:t>ᵦ</a:t>
                </a:r>
                <a:r>
                  <a:rPr lang="en-IN" dirty="0">
                    <a:solidFill>
                      <a:srgbClr val="003366"/>
                    </a:solidFill>
                  </a:rPr>
                  <a:t> = </a:t>
                </a:r>
                <a14:m>
                  <m:oMath xmlns:m="http://schemas.openxmlformats.org/officeDocument/2006/math">
                    <m:r>
                      <m:rPr>
                        <m:sty m:val="p"/>
                      </m:rPr>
                      <a:rPr kumimoji="0" lang="el-GR" sz="1800" b="0" i="1" u="none" strike="noStrike" kern="1200" cap="none" spc="0" normalizeH="0" baseline="0" noProof="0" smtClean="0">
                        <a:ln>
                          <a:noFill/>
                        </a:ln>
                        <a:solidFill>
                          <a:srgbClr val="003366"/>
                        </a:solidFill>
                        <a:effectLst/>
                        <a:uLnTx/>
                        <a:uFillTx/>
                        <a:latin typeface="Cambria Math" panose="02040503050406030204" pitchFamily="18" charset="0"/>
                        <a:cs typeface="+mn-cs"/>
                      </a:rPr>
                      <m:t>σ</m:t>
                    </m:r>
                  </m:oMath>
                </a14:m>
                <a:endParaRPr lang="en-IN" dirty="0"/>
              </a:p>
            </p:txBody>
          </p:sp>
        </mc:Choice>
        <mc:Fallback xmlns="">
          <p:sp>
            <p:nvSpPr>
              <p:cNvPr id="20" name="TextBox 19">
                <a:extLst>
                  <a:ext uri="{FF2B5EF4-FFF2-40B4-BE49-F238E27FC236}">
                    <a16:creationId xmlns:a16="http://schemas.microsoft.com/office/drawing/2014/main" id="{0E8DB3F3-68F1-44D5-8EEF-FC1A5DC02B7E}"/>
                  </a:ext>
                </a:extLst>
              </p:cNvPr>
              <p:cNvSpPr txBox="1">
                <a:spLocks noRot="1" noChangeAspect="1" noMove="1" noResize="1" noEditPoints="1" noAdjustHandles="1" noChangeArrowheads="1" noChangeShapeType="1" noTextEdit="1"/>
              </p:cNvSpPr>
              <p:nvPr/>
            </p:nvSpPr>
            <p:spPr>
              <a:xfrm>
                <a:off x="6874670" y="5442072"/>
                <a:ext cx="3644888" cy="1044453"/>
              </a:xfrm>
              <a:prstGeom prst="rect">
                <a:avLst/>
              </a:prstGeom>
              <a:blipFill>
                <a:blip r:embed="rId4"/>
                <a:stretch>
                  <a:fillRect l="-3010" t="-2924" b="-16959"/>
                </a:stretch>
              </a:blipFill>
            </p:spPr>
            <p:txBody>
              <a:bodyPr/>
              <a:lstStyle/>
              <a:p>
                <a:r>
                  <a:rPr lang="en-IN">
                    <a:noFill/>
                  </a:rPr>
                  <a:t> </a:t>
                </a:r>
              </a:p>
            </p:txBody>
          </p:sp>
        </mc:Fallback>
      </mc:AlternateContent>
      <p:sp>
        <p:nvSpPr>
          <p:cNvPr id="21" name="Title 1">
            <a:extLst>
              <a:ext uri="{FF2B5EF4-FFF2-40B4-BE49-F238E27FC236}">
                <a16:creationId xmlns:a16="http://schemas.microsoft.com/office/drawing/2014/main" id="{5A35E181-8DF4-4C9A-A501-FD549287C664}"/>
              </a:ext>
            </a:extLst>
          </p:cNvPr>
          <p:cNvSpPr>
            <a:spLocks noGrp="1"/>
          </p:cNvSpPr>
          <p:nvPr>
            <p:ph type="title"/>
          </p:nvPr>
        </p:nvSpPr>
        <p:spPr>
          <a:xfrm>
            <a:off x="1016000" y="762000"/>
            <a:ext cx="10566400" cy="1143000"/>
          </a:xfrm>
        </p:spPr>
        <p:txBody>
          <a:bodyPr/>
          <a:lstStyle/>
          <a:p>
            <a:r>
              <a:rPr lang="en-IN" dirty="0"/>
              <a:t>Activation or Stochastic Functions</a:t>
            </a:r>
          </a:p>
        </p:txBody>
      </p:sp>
      <p:sp>
        <p:nvSpPr>
          <p:cNvPr id="15" name="TextBox 14">
            <a:extLst>
              <a:ext uri="{FF2B5EF4-FFF2-40B4-BE49-F238E27FC236}">
                <a16:creationId xmlns:a16="http://schemas.microsoft.com/office/drawing/2014/main" id="{CAB68E7F-EA4D-4E8A-A1E5-FBF44A512414}"/>
              </a:ext>
            </a:extLst>
          </p:cNvPr>
          <p:cNvSpPr txBox="1"/>
          <p:nvPr/>
        </p:nvSpPr>
        <p:spPr>
          <a:xfrm>
            <a:off x="6297350" y="6242050"/>
            <a:ext cx="592193" cy="338554"/>
          </a:xfrm>
          <a:prstGeom prst="rect">
            <a:avLst/>
          </a:prstGeom>
          <a:noFill/>
        </p:spPr>
        <p:txBody>
          <a:bodyPr wrap="square" rtlCol="0">
            <a:spAutoFit/>
          </a:bodyPr>
          <a:lstStyle/>
          <a:p>
            <a:r>
              <a:rPr lang="en-IN" sz="1600" dirty="0"/>
              <a:t>net</a:t>
            </a:r>
          </a:p>
        </p:txBody>
      </p:sp>
      <p:sp>
        <p:nvSpPr>
          <p:cNvPr id="16" name="TextBox 15">
            <a:extLst>
              <a:ext uri="{FF2B5EF4-FFF2-40B4-BE49-F238E27FC236}">
                <a16:creationId xmlns:a16="http://schemas.microsoft.com/office/drawing/2014/main" id="{FD4D1C2C-99E3-401A-BF6E-7C31E6853CC2}"/>
              </a:ext>
            </a:extLst>
          </p:cNvPr>
          <p:cNvSpPr txBox="1"/>
          <p:nvPr/>
        </p:nvSpPr>
        <p:spPr>
          <a:xfrm>
            <a:off x="4383719" y="4945888"/>
            <a:ext cx="808723" cy="245543"/>
          </a:xfrm>
          <a:prstGeom prst="rect">
            <a:avLst/>
          </a:prstGeom>
          <a:noFill/>
        </p:spPr>
        <p:txBody>
          <a:bodyPr wrap="square" rtlCol="0">
            <a:spAutoFit/>
          </a:bodyPr>
          <a:lstStyle/>
          <a:p>
            <a:r>
              <a:rPr lang="en-IN" sz="1600" dirty="0"/>
              <a:t>f(net)</a:t>
            </a:r>
          </a:p>
        </p:txBody>
      </p:sp>
    </p:spTree>
    <p:extLst>
      <p:ext uri="{BB962C8B-B14F-4D97-AF65-F5344CB8AC3E}">
        <p14:creationId xmlns:p14="http://schemas.microsoft.com/office/powerpoint/2010/main" val="15190310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5AA8622D-EB54-44EC-BF80-BA52CEE849F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SzPct val="75000"/>
              <a:buFont typeface="Wingdings" panose="05000000000000000000" pitchFamily="2" charset="2"/>
              <a:buChar char="l"/>
              <a:defRPr kumimoji="1" sz="2800">
                <a:solidFill>
                  <a:schemeClr val="tx1"/>
                </a:solidFill>
                <a:latin typeface="Arial" panose="020B0604020202020204" pitchFamily="34" charset="0"/>
                <a:ea typeface="PMingLiU" panose="02020500000000000000" pitchFamily="18" charset="-120"/>
              </a:defRPr>
            </a:lvl1pPr>
            <a:lvl2pPr marL="742950" indent="-285750">
              <a:spcBef>
                <a:spcPct val="20000"/>
              </a:spcBef>
              <a:buClr>
                <a:schemeClr val="tx1"/>
              </a:buClr>
              <a:buSzPct val="75000"/>
              <a:buChar char="–"/>
              <a:defRPr kumimoji="1" sz="2400">
                <a:solidFill>
                  <a:schemeClr val="tx1"/>
                </a:solidFill>
                <a:latin typeface="Arial" panose="020B0604020202020204" pitchFamily="34" charset="0"/>
                <a:ea typeface="PMingLiU" panose="02020500000000000000" pitchFamily="18" charset="-120"/>
              </a:defRPr>
            </a:lvl2pPr>
            <a:lvl3pPr marL="1143000" indent="-228600">
              <a:spcBef>
                <a:spcPct val="20000"/>
              </a:spcBef>
              <a:buClr>
                <a:schemeClr val="tx1"/>
              </a:buClr>
              <a:buSzPct val="75000"/>
              <a:buFont typeface="Wingdings" panose="05000000000000000000" pitchFamily="2" charset="2"/>
              <a:buChar char="l"/>
              <a:defRPr kumimoji="1" sz="2000">
                <a:solidFill>
                  <a:schemeClr val="tx1"/>
                </a:solidFill>
                <a:latin typeface="Arial" panose="020B0604020202020204" pitchFamily="34" charset="0"/>
                <a:ea typeface="PMingLiU" panose="02020500000000000000" pitchFamily="18" charset="-120"/>
              </a:defRPr>
            </a:lvl3pPr>
            <a:lvl4pPr marL="1600200" indent="-228600">
              <a:spcBef>
                <a:spcPct val="20000"/>
              </a:spcBef>
              <a:buClr>
                <a:schemeClr val="tx1"/>
              </a:buClr>
              <a:buSzPct val="80000"/>
              <a:buChar char="–"/>
              <a:defRPr kumimoji="1">
                <a:solidFill>
                  <a:schemeClr val="tx1"/>
                </a:solidFill>
                <a:latin typeface="Arial" panose="020B0604020202020204" pitchFamily="34" charset="0"/>
                <a:ea typeface="PMingLiU" panose="02020500000000000000" pitchFamily="18" charset="-120"/>
              </a:defRPr>
            </a:lvl4pPr>
            <a:lvl5pPr marL="2057400" indent="-228600">
              <a:spcBef>
                <a:spcPct val="20000"/>
              </a:spcBef>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9pPr>
          </a:lstStyle>
          <a:p>
            <a:pPr fontAlgn="base">
              <a:spcBef>
                <a:spcPct val="0"/>
              </a:spcBef>
              <a:spcAft>
                <a:spcPct val="0"/>
              </a:spcAft>
              <a:buClrTx/>
              <a:buSzTx/>
              <a:buNone/>
            </a:pPr>
            <a:fld id="{5B725FC8-D3F1-4682-80C9-4E30F4E975B3}" type="slidenum">
              <a:rPr kumimoji="0" lang="en-US" altLang="zh-TW" sz="2600">
                <a:solidFill>
                  <a:srgbClr val="FFFFFF"/>
                </a:solidFill>
              </a:rPr>
              <a:pPr fontAlgn="base">
                <a:spcBef>
                  <a:spcPct val="0"/>
                </a:spcBef>
                <a:spcAft>
                  <a:spcPct val="0"/>
                </a:spcAft>
                <a:buClrTx/>
                <a:buSzTx/>
                <a:buNone/>
              </a:pPr>
              <a:t>20</a:t>
            </a:fld>
            <a:endParaRPr kumimoji="0" lang="en-US" altLang="zh-TW" sz="2600">
              <a:solidFill>
                <a:srgbClr val="FFFFFF"/>
              </a:solidFill>
            </a:endParaRPr>
          </a:p>
        </p:txBody>
      </p:sp>
      <p:sp>
        <p:nvSpPr>
          <p:cNvPr id="17411" name="AutoShape 2">
            <a:extLst>
              <a:ext uri="{FF2B5EF4-FFF2-40B4-BE49-F238E27FC236}">
                <a16:creationId xmlns:a16="http://schemas.microsoft.com/office/drawing/2014/main" id="{B446BF32-BEA2-4091-84D3-28AB38BDB66C}"/>
              </a:ext>
            </a:extLst>
          </p:cNvPr>
          <p:cNvSpPr>
            <a:spLocks noGrp="1" noChangeArrowheads="1"/>
          </p:cNvSpPr>
          <p:nvPr>
            <p:ph type="title"/>
          </p:nvPr>
        </p:nvSpPr>
        <p:spPr/>
        <p:txBody>
          <a:bodyPr/>
          <a:lstStyle/>
          <a:p>
            <a:pPr eaLnBrk="1" hangingPunct="1"/>
            <a:r>
              <a:rPr lang="en-US" altLang="zh-TW" sz="3200" dirty="0"/>
              <a:t>Types of Learning: 1.Supervised Learning</a:t>
            </a:r>
          </a:p>
        </p:txBody>
      </p:sp>
      <p:pic>
        <p:nvPicPr>
          <p:cNvPr id="17412" name="Picture 4">
            <a:extLst>
              <a:ext uri="{FF2B5EF4-FFF2-40B4-BE49-F238E27FC236}">
                <a16:creationId xmlns:a16="http://schemas.microsoft.com/office/drawing/2014/main" id="{656B5146-4493-44EA-84ED-B698382B9C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5412" y="2395314"/>
            <a:ext cx="5124450" cy="411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55ED6269-0987-4DA5-9388-D92BD1F01347}"/>
              </a:ext>
            </a:extLst>
          </p:cNvPr>
          <p:cNvSpPr txBox="1"/>
          <p:nvPr/>
        </p:nvSpPr>
        <p:spPr>
          <a:xfrm>
            <a:off x="6779623" y="2373314"/>
            <a:ext cx="4911633" cy="4539704"/>
          </a:xfrm>
          <a:prstGeom prst="rect">
            <a:avLst/>
          </a:prstGeom>
          <a:noFill/>
        </p:spPr>
        <p:txBody>
          <a:bodyPr wrap="square">
            <a:spAutoFit/>
          </a:bodyPr>
          <a:lstStyle/>
          <a:p>
            <a:pPr eaLnBrk="0" fontAlgn="base" hangingPunct="0">
              <a:spcBef>
                <a:spcPct val="0"/>
              </a:spcBef>
              <a:spcAft>
                <a:spcPct val="0"/>
              </a:spcAft>
              <a:defRPr/>
            </a:pPr>
            <a:r>
              <a:rPr kumimoji="1" lang="en-IN" sz="1700" b="1" dirty="0">
                <a:solidFill>
                  <a:srgbClr val="003366"/>
                </a:solidFill>
                <a:latin typeface="Arial" panose="020B0604020202020204" pitchFamily="34" charset="0"/>
                <a:ea typeface="PMingLiU" panose="02020500000000000000" pitchFamily="18" charset="-120"/>
              </a:rPr>
              <a:t>Given: Input samples and desired outputs.</a:t>
            </a:r>
          </a:p>
          <a:p>
            <a:pPr marL="171450" indent="-171450" eaLnBrk="0" fontAlgn="base" hangingPunct="0">
              <a:spcBef>
                <a:spcPct val="0"/>
              </a:spcBef>
              <a:spcAft>
                <a:spcPct val="0"/>
              </a:spcAft>
              <a:buFontTx/>
              <a:buAutoNum type="arabicPeriod"/>
              <a:defRPr/>
            </a:pPr>
            <a:r>
              <a:rPr kumimoji="1" lang="en-IN" sz="1700" dirty="0">
                <a:solidFill>
                  <a:srgbClr val="003366"/>
                </a:solidFill>
                <a:latin typeface="Arial" panose="020B0604020202020204" pitchFamily="34" charset="0"/>
                <a:ea typeface="PMingLiU" panose="02020500000000000000" pitchFamily="18" charset="-120"/>
              </a:rPr>
              <a:t>The input samples are presented to network and actual output is calculated.</a:t>
            </a:r>
          </a:p>
          <a:p>
            <a:pPr marL="171450" indent="-171450" eaLnBrk="0" fontAlgn="base" hangingPunct="0">
              <a:spcBef>
                <a:spcPct val="0"/>
              </a:spcBef>
              <a:spcAft>
                <a:spcPct val="0"/>
              </a:spcAft>
              <a:buFontTx/>
              <a:buAutoNum type="arabicPeriod"/>
              <a:defRPr/>
            </a:pPr>
            <a:endParaRPr kumimoji="1" lang="en-IN" sz="1700" dirty="0">
              <a:solidFill>
                <a:srgbClr val="003366"/>
              </a:solidFill>
              <a:latin typeface="Arial" panose="020B0604020202020204" pitchFamily="34" charset="0"/>
              <a:ea typeface="PMingLiU" panose="02020500000000000000" pitchFamily="18" charset="-120"/>
            </a:endParaRPr>
          </a:p>
          <a:p>
            <a:pPr marL="171450" indent="-171450" eaLnBrk="0" fontAlgn="base" hangingPunct="0">
              <a:spcBef>
                <a:spcPct val="0"/>
              </a:spcBef>
              <a:spcAft>
                <a:spcPct val="0"/>
              </a:spcAft>
              <a:buFontTx/>
              <a:buAutoNum type="arabicPeriod"/>
              <a:defRPr/>
            </a:pPr>
            <a:r>
              <a:rPr kumimoji="1" lang="en-IN" sz="1700" dirty="0">
                <a:solidFill>
                  <a:srgbClr val="003366"/>
                </a:solidFill>
                <a:latin typeface="Arial" panose="020B0604020202020204" pitchFamily="34" charset="0"/>
                <a:ea typeface="PMingLiU" panose="02020500000000000000" pitchFamily="18" charset="-120"/>
              </a:rPr>
              <a:t>The error between actual and desired output is calculated.</a:t>
            </a:r>
          </a:p>
          <a:p>
            <a:pPr marL="171450" indent="-171450" eaLnBrk="0" fontAlgn="base" hangingPunct="0">
              <a:spcBef>
                <a:spcPct val="0"/>
              </a:spcBef>
              <a:spcAft>
                <a:spcPct val="0"/>
              </a:spcAft>
              <a:buFontTx/>
              <a:buAutoNum type="arabicPeriod"/>
              <a:defRPr/>
            </a:pPr>
            <a:endParaRPr kumimoji="1" lang="en-IN" sz="1700" dirty="0">
              <a:solidFill>
                <a:srgbClr val="003366"/>
              </a:solidFill>
              <a:latin typeface="Arial" panose="020B0604020202020204" pitchFamily="34" charset="0"/>
              <a:ea typeface="PMingLiU" panose="02020500000000000000" pitchFamily="18" charset="-120"/>
            </a:endParaRPr>
          </a:p>
          <a:p>
            <a:pPr marL="171450" indent="-171450" eaLnBrk="0" fontAlgn="base" hangingPunct="0">
              <a:spcBef>
                <a:spcPct val="0"/>
              </a:spcBef>
              <a:spcAft>
                <a:spcPct val="0"/>
              </a:spcAft>
              <a:buFontTx/>
              <a:buAutoNum type="arabicPeriod"/>
              <a:defRPr/>
            </a:pPr>
            <a:r>
              <a:rPr kumimoji="1" lang="en-IN" sz="1700" dirty="0">
                <a:solidFill>
                  <a:srgbClr val="003366"/>
                </a:solidFill>
                <a:latin typeface="Arial" panose="020B0604020202020204" pitchFamily="34" charset="0"/>
                <a:ea typeface="PMingLiU" panose="02020500000000000000" pitchFamily="18" charset="-120"/>
              </a:rPr>
              <a:t>This error is used for weight updating iteratively in step by step manner.</a:t>
            </a:r>
          </a:p>
          <a:p>
            <a:pPr marL="171450" indent="-171450" eaLnBrk="0" fontAlgn="base" hangingPunct="0">
              <a:spcBef>
                <a:spcPct val="0"/>
              </a:spcBef>
              <a:spcAft>
                <a:spcPct val="0"/>
              </a:spcAft>
              <a:buFontTx/>
              <a:buAutoNum type="arabicPeriod"/>
              <a:defRPr/>
            </a:pPr>
            <a:endParaRPr kumimoji="1" lang="en-IN" sz="1700" dirty="0">
              <a:solidFill>
                <a:srgbClr val="003366"/>
              </a:solidFill>
              <a:latin typeface="Arial" panose="020B0604020202020204" pitchFamily="34" charset="0"/>
              <a:ea typeface="PMingLiU" panose="02020500000000000000" pitchFamily="18" charset="-120"/>
            </a:endParaRPr>
          </a:p>
          <a:p>
            <a:pPr marL="171450" indent="-171450" eaLnBrk="0" fontAlgn="base" hangingPunct="0">
              <a:spcBef>
                <a:spcPct val="0"/>
              </a:spcBef>
              <a:spcAft>
                <a:spcPct val="0"/>
              </a:spcAft>
              <a:buFontTx/>
              <a:buAutoNum type="arabicPeriod"/>
              <a:defRPr/>
            </a:pPr>
            <a:r>
              <a:rPr kumimoji="1" lang="en-IN" sz="1700" dirty="0">
                <a:solidFill>
                  <a:srgbClr val="003366"/>
                </a:solidFill>
                <a:latin typeface="Arial" panose="020B0604020202020204" pitchFamily="34" charset="0"/>
                <a:ea typeface="PMingLiU" panose="02020500000000000000" pitchFamily="18" charset="-120"/>
              </a:rPr>
              <a:t>Training stops when error for all pattern becomes 0 over the iterations (When actual and expected outputs match for all patterns over number of iterations).</a:t>
            </a:r>
          </a:p>
          <a:p>
            <a:pPr marL="171450" indent="-171450" eaLnBrk="0" fontAlgn="base" hangingPunct="0">
              <a:spcBef>
                <a:spcPct val="0"/>
              </a:spcBef>
              <a:spcAft>
                <a:spcPct val="0"/>
              </a:spcAft>
              <a:buFontTx/>
              <a:buAutoNum type="arabicPeriod"/>
              <a:defRPr/>
            </a:pPr>
            <a:endParaRPr kumimoji="1" lang="en-IN" sz="1700" dirty="0">
              <a:solidFill>
                <a:srgbClr val="003366"/>
              </a:solidFill>
              <a:latin typeface="Arial" panose="020B0604020202020204" pitchFamily="34" charset="0"/>
              <a:ea typeface="PMingLiU" panose="02020500000000000000" pitchFamily="18" charset="-120"/>
            </a:endParaRPr>
          </a:p>
          <a:p>
            <a:pPr marL="171450" indent="-171450" eaLnBrk="0" fontAlgn="base" hangingPunct="0">
              <a:spcBef>
                <a:spcPct val="0"/>
              </a:spcBef>
              <a:spcAft>
                <a:spcPct val="0"/>
              </a:spcAft>
              <a:buFontTx/>
              <a:buAutoNum type="arabicPeriod"/>
              <a:defRPr/>
            </a:pPr>
            <a:r>
              <a:rPr kumimoji="1" lang="en-IN" sz="1700" dirty="0">
                <a:solidFill>
                  <a:srgbClr val="003366"/>
                </a:solidFill>
                <a:latin typeface="Arial" panose="020B0604020202020204" pitchFamily="34" charset="0"/>
                <a:ea typeface="PMingLiU" panose="02020500000000000000" pitchFamily="18" charset="-120"/>
              </a:rPr>
              <a:t>Applications: pattern classify-cation, function approximation</a:t>
            </a:r>
          </a:p>
        </p:txBody>
      </p:sp>
      <p:sp>
        <p:nvSpPr>
          <p:cNvPr id="17414" name="TextBox 7">
            <a:extLst>
              <a:ext uri="{FF2B5EF4-FFF2-40B4-BE49-F238E27FC236}">
                <a16:creationId xmlns:a16="http://schemas.microsoft.com/office/drawing/2014/main" id="{1BAA515C-1278-4247-988A-41594AE8462B}"/>
              </a:ext>
            </a:extLst>
          </p:cNvPr>
          <p:cNvSpPr txBox="1">
            <a:spLocks noChangeArrowheads="1"/>
          </p:cNvSpPr>
          <p:nvPr/>
        </p:nvSpPr>
        <p:spPr bwMode="auto">
          <a:xfrm>
            <a:off x="2286001" y="6488114"/>
            <a:ext cx="46958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5250" indent="-95250">
              <a:defRPr kumimoji="1">
                <a:solidFill>
                  <a:schemeClr val="tx1"/>
                </a:solidFill>
                <a:latin typeface="Arial" panose="020B0604020202020204" pitchFamily="34" charset="0"/>
                <a:ea typeface="PMingLiU" panose="02020500000000000000" pitchFamily="18" charset="-120"/>
              </a:defRPr>
            </a:lvl1pPr>
            <a:lvl2pPr marL="742950" indent="-285750">
              <a:defRPr kumimoji="1">
                <a:solidFill>
                  <a:schemeClr val="tx1"/>
                </a:solidFill>
                <a:latin typeface="Arial" panose="020B0604020202020204" pitchFamily="34" charset="0"/>
                <a:ea typeface="PMingLiU" panose="02020500000000000000" pitchFamily="18" charset="-120"/>
              </a:defRPr>
            </a:lvl2pPr>
            <a:lvl3pPr marL="1143000" indent="-228600">
              <a:defRPr kumimoji="1">
                <a:solidFill>
                  <a:schemeClr val="tx1"/>
                </a:solidFill>
                <a:latin typeface="Arial" panose="020B0604020202020204" pitchFamily="34" charset="0"/>
                <a:ea typeface="PMingLiU" panose="02020500000000000000" pitchFamily="18" charset="-120"/>
              </a:defRPr>
            </a:lvl3pPr>
            <a:lvl4pPr marL="1600200" indent="-228600">
              <a:defRPr kumimoji="1">
                <a:solidFill>
                  <a:schemeClr val="tx1"/>
                </a:solidFill>
                <a:latin typeface="Arial" panose="020B0604020202020204" pitchFamily="34" charset="0"/>
                <a:ea typeface="PMingLiU" panose="02020500000000000000" pitchFamily="18" charset="-120"/>
              </a:defRPr>
            </a:lvl4pPr>
            <a:lvl5pPr marL="2057400" indent="-228600">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PMingLiU" panose="02020500000000000000" pitchFamily="18" charset="-120"/>
              </a:defRPr>
            </a:lvl9pPr>
          </a:lstStyle>
          <a:p>
            <a:pPr eaLnBrk="0" fontAlgn="base" hangingPunct="0">
              <a:spcBef>
                <a:spcPct val="0"/>
              </a:spcBef>
              <a:spcAft>
                <a:spcPct val="0"/>
              </a:spcAft>
              <a:buFont typeface="Arial" panose="020B0604020202020204" pitchFamily="34" charset="0"/>
              <a:buChar char="•"/>
            </a:pPr>
            <a:r>
              <a:rPr lang="en-IN" altLang="en-US" b="1">
                <a:solidFill>
                  <a:srgbClr val="003366"/>
                </a:solidFill>
              </a:rPr>
              <a:t>Explain about  error curve.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EAB9E-3E47-4D53-BFBD-1E5416304D2E}"/>
              </a:ext>
            </a:extLst>
          </p:cNvPr>
          <p:cNvSpPr>
            <a:spLocks noGrp="1"/>
          </p:cNvSpPr>
          <p:nvPr>
            <p:ph type="title"/>
          </p:nvPr>
        </p:nvSpPr>
        <p:spPr/>
        <p:txBody>
          <a:bodyPr/>
          <a:lstStyle/>
          <a:p>
            <a:r>
              <a:rPr lang="en-IN" dirty="0"/>
              <a:t>2. Unsupervised Learning</a:t>
            </a:r>
          </a:p>
        </p:txBody>
      </p:sp>
      <p:sp>
        <p:nvSpPr>
          <p:cNvPr id="3" name="Content Placeholder 2">
            <a:extLst>
              <a:ext uri="{FF2B5EF4-FFF2-40B4-BE49-F238E27FC236}">
                <a16:creationId xmlns:a16="http://schemas.microsoft.com/office/drawing/2014/main" id="{84278338-D633-4E67-A142-5FBB16CFB2D0}"/>
              </a:ext>
            </a:extLst>
          </p:cNvPr>
          <p:cNvSpPr>
            <a:spLocks noGrp="1"/>
          </p:cNvSpPr>
          <p:nvPr>
            <p:ph idx="1"/>
          </p:nvPr>
        </p:nvSpPr>
        <p:spPr>
          <a:xfrm>
            <a:off x="1117601" y="2362201"/>
            <a:ext cx="10257367" cy="4368799"/>
          </a:xfrm>
        </p:spPr>
        <p:txBody>
          <a:bodyPr/>
          <a:lstStyle/>
          <a:p>
            <a:pPr marL="0" indent="0">
              <a:lnSpc>
                <a:spcPct val="200000"/>
              </a:lnSpc>
              <a:spcBef>
                <a:spcPct val="0"/>
              </a:spcBef>
              <a:buNone/>
              <a:defRPr/>
            </a:pPr>
            <a:r>
              <a:rPr lang="en-IN" sz="1700" b="1" dirty="0">
                <a:solidFill>
                  <a:srgbClr val="003366"/>
                </a:solidFill>
                <a:latin typeface="Arial" panose="020B0604020202020204" pitchFamily="34" charset="0"/>
                <a:ea typeface="PMingLiU" panose="02020500000000000000" pitchFamily="18" charset="-120"/>
              </a:rPr>
              <a:t>Given: Input patterns</a:t>
            </a:r>
          </a:p>
          <a:p>
            <a:pPr marL="171450" indent="-171450">
              <a:lnSpc>
                <a:spcPct val="200000"/>
              </a:lnSpc>
              <a:spcBef>
                <a:spcPct val="0"/>
              </a:spcBef>
              <a:buFontTx/>
              <a:buAutoNum type="arabicPeriod"/>
              <a:defRPr/>
            </a:pPr>
            <a:r>
              <a:rPr lang="en-IN" sz="1700" dirty="0">
                <a:solidFill>
                  <a:srgbClr val="003366"/>
                </a:solidFill>
                <a:latin typeface="Arial" panose="020B0604020202020204" pitchFamily="34" charset="0"/>
                <a:ea typeface="PMingLiU" panose="02020500000000000000" pitchFamily="18" charset="-120"/>
              </a:rPr>
              <a:t>It is carried out in absence of teacher.</a:t>
            </a:r>
          </a:p>
          <a:p>
            <a:pPr marL="171450" indent="-171450">
              <a:lnSpc>
                <a:spcPct val="200000"/>
              </a:lnSpc>
              <a:spcBef>
                <a:spcPct val="0"/>
              </a:spcBef>
              <a:buFontTx/>
              <a:buAutoNum type="arabicPeriod"/>
              <a:defRPr/>
            </a:pPr>
            <a:r>
              <a:rPr lang="en-IN" sz="1700" dirty="0">
                <a:solidFill>
                  <a:srgbClr val="003366"/>
                </a:solidFill>
                <a:latin typeface="Arial" panose="020B0604020202020204" pitchFamily="34" charset="0"/>
                <a:ea typeface="PMingLiU" panose="02020500000000000000" pitchFamily="18" charset="-120"/>
              </a:rPr>
              <a:t>Desired response is unknown. No information is available to correct the response.</a:t>
            </a:r>
          </a:p>
          <a:p>
            <a:pPr marL="171450" indent="-171450">
              <a:lnSpc>
                <a:spcPct val="200000"/>
              </a:lnSpc>
              <a:spcBef>
                <a:spcPct val="0"/>
              </a:spcBef>
              <a:buFontTx/>
              <a:buAutoNum type="arabicPeriod"/>
              <a:defRPr/>
            </a:pPr>
            <a:r>
              <a:rPr lang="en-IN" sz="1700" dirty="0">
                <a:solidFill>
                  <a:srgbClr val="003366"/>
                </a:solidFill>
                <a:latin typeface="Arial" panose="020B0604020202020204" pitchFamily="34" charset="0"/>
                <a:ea typeface="PMingLiU" panose="02020500000000000000" pitchFamily="18" charset="-120"/>
              </a:rPr>
              <a:t>The network modifies the weights depending on observations of the responses of the output.</a:t>
            </a:r>
          </a:p>
          <a:p>
            <a:pPr marL="171450" indent="-171450">
              <a:lnSpc>
                <a:spcPct val="200000"/>
              </a:lnSpc>
              <a:spcBef>
                <a:spcPct val="0"/>
              </a:spcBef>
              <a:buFontTx/>
              <a:buAutoNum type="arabicPeriod"/>
              <a:defRPr/>
            </a:pPr>
            <a:r>
              <a:rPr lang="en-IN" sz="1700" dirty="0">
                <a:solidFill>
                  <a:srgbClr val="003366"/>
                </a:solidFill>
                <a:latin typeface="Arial" panose="020B0604020202020204" pitchFamily="34" charset="0"/>
                <a:ea typeface="PMingLiU" panose="02020500000000000000" pitchFamily="18" charset="-120"/>
              </a:rPr>
              <a:t>The weights are adjusted in such a way that most similar input patterns are assigned to same output unit.</a:t>
            </a:r>
          </a:p>
          <a:p>
            <a:pPr marL="171450" indent="-171450">
              <a:lnSpc>
                <a:spcPct val="200000"/>
              </a:lnSpc>
              <a:spcBef>
                <a:spcPct val="0"/>
              </a:spcBef>
              <a:buFontTx/>
              <a:buAutoNum type="arabicPeriod"/>
              <a:defRPr/>
            </a:pPr>
            <a:r>
              <a:rPr lang="en-IN" sz="1700" dirty="0">
                <a:solidFill>
                  <a:srgbClr val="003366"/>
                </a:solidFill>
                <a:latin typeface="Arial" panose="020B0604020202020204" pitchFamily="34" charset="0"/>
                <a:ea typeface="PMingLiU" panose="02020500000000000000" pitchFamily="18" charset="-120"/>
              </a:rPr>
              <a:t>The training is complete when the patterns starts getting classified to same class over number of iterations.</a:t>
            </a:r>
          </a:p>
          <a:p>
            <a:endParaRPr lang="en-IN" dirty="0"/>
          </a:p>
        </p:txBody>
      </p:sp>
      <p:sp>
        <p:nvSpPr>
          <p:cNvPr id="4" name="Slide Number Placeholder 3">
            <a:extLst>
              <a:ext uri="{FF2B5EF4-FFF2-40B4-BE49-F238E27FC236}">
                <a16:creationId xmlns:a16="http://schemas.microsoft.com/office/drawing/2014/main" id="{D7FBF817-FADB-4805-BF03-7C22E45EE58D}"/>
              </a:ext>
            </a:extLst>
          </p:cNvPr>
          <p:cNvSpPr>
            <a:spLocks noGrp="1"/>
          </p:cNvSpPr>
          <p:nvPr>
            <p:ph type="sldNum" sz="quarter" idx="12"/>
          </p:nvPr>
        </p:nvSpPr>
        <p:spPr/>
        <p:txBody>
          <a:bodyPr/>
          <a:lstStyle/>
          <a:p>
            <a:pPr>
              <a:defRPr/>
            </a:pPr>
            <a:fld id="{735C33D2-7C3B-4CC8-BB33-818BA4D93081}" type="slidenum">
              <a:rPr lang="en-US" altLang="zh-TW" smtClean="0"/>
              <a:pPr>
                <a:defRPr/>
              </a:pPr>
              <a:t>21</a:t>
            </a:fld>
            <a:endParaRPr lang="en-US" altLang="zh-TW"/>
          </a:p>
        </p:txBody>
      </p:sp>
      <p:pic>
        <p:nvPicPr>
          <p:cNvPr id="5" name="Picture 4">
            <a:extLst>
              <a:ext uri="{FF2B5EF4-FFF2-40B4-BE49-F238E27FC236}">
                <a16:creationId xmlns:a16="http://schemas.microsoft.com/office/drawing/2014/main" id="{634ED8B2-9BF0-466D-9D54-9F76176D2AD0}"/>
              </a:ext>
            </a:extLst>
          </p:cNvPr>
          <p:cNvPicPr>
            <a:picLocks noChangeAspect="1"/>
          </p:cNvPicPr>
          <p:nvPr/>
        </p:nvPicPr>
        <p:blipFill>
          <a:blip r:embed="rId2"/>
          <a:stretch>
            <a:fillRect/>
          </a:stretch>
        </p:blipFill>
        <p:spPr>
          <a:xfrm>
            <a:off x="7361613" y="2654741"/>
            <a:ext cx="3712786" cy="774259"/>
          </a:xfrm>
          <a:prstGeom prst="rect">
            <a:avLst/>
          </a:prstGeom>
        </p:spPr>
      </p:pic>
    </p:spTree>
    <p:extLst>
      <p:ext uri="{BB962C8B-B14F-4D97-AF65-F5344CB8AC3E}">
        <p14:creationId xmlns:p14="http://schemas.microsoft.com/office/powerpoint/2010/main" val="42873077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a:extLst>
              <a:ext uri="{FF2B5EF4-FFF2-40B4-BE49-F238E27FC236}">
                <a16:creationId xmlns:a16="http://schemas.microsoft.com/office/drawing/2014/main" id="{14F00518-9D44-4EDA-ADDE-B91D4010E59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SzPct val="75000"/>
              <a:buFont typeface="Wingdings" panose="05000000000000000000" pitchFamily="2" charset="2"/>
              <a:buChar char="l"/>
              <a:defRPr kumimoji="1" sz="2800">
                <a:solidFill>
                  <a:schemeClr val="tx1"/>
                </a:solidFill>
                <a:latin typeface="Arial" panose="020B0604020202020204" pitchFamily="34" charset="0"/>
                <a:ea typeface="PMingLiU" panose="02020500000000000000" pitchFamily="18" charset="-120"/>
              </a:defRPr>
            </a:lvl1pPr>
            <a:lvl2pPr marL="742950" indent="-285750">
              <a:spcBef>
                <a:spcPct val="20000"/>
              </a:spcBef>
              <a:buClr>
                <a:schemeClr val="tx1"/>
              </a:buClr>
              <a:buSzPct val="75000"/>
              <a:buChar char="–"/>
              <a:defRPr kumimoji="1" sz="2400">
                <a:solidFill>
                  <a:schemeClr val="tx1"/>
                </a:solidFill>
                <a:latin typeface="Arial" panose="020B0604020202020204" pitchFamily="34" charset="0"/>
                <a:ea typeface="PMingLiU" panose="02020500000000000000" pitchFamily="18" charset="-120"/>
              </a:defRPr>
            </a:lvl2pPr>
            <a:lvl3pPr marL="1143000" indent="-228600">
              <a:spcBef>
                <a:spcPct val="20000"/>
              </a:spcBef>
              <a:buClr>
                <a:schemeClr val="tx1"/>
              </a:buClr>
              <a:buSzPct val="75000"/>
              <a:buFont typeface="Wingdings" panose="05000000000000000000" pitchFamily="2" charset="2"/>
              <a:buChar char="l"/>
              <a:defRPr kumimoji="1" sz="2000">
                <a:solidFill>
                  <a:schemeClr val="tx1"/>
                </a:solidFill>
                <a:latin typeface="Arial" panose="020B0604020202020204" pitchFamily="34" charset="0"/>
                <a:ea typeface="PMingLiU" panose="02020500000000000000" pitchFamily="18" charset="-120"/>
              </a:defRPr>
            </a:lvl3pPr>
            <a:lvl4pPr marL="1600200" indent="-228600">
              <a:spcBef>
                <a:spcPct val="20000"/>
              </a:spcBef>
              <a:buClr>
                <a:schemeClr val="tx1"/>
              </a:buClr>
              <a:buSzPct val="80000"/>
              <a:buChar char="–"/>
              <a:defRPr kumimoji="1">
                <a:solidFill>
                  <a:schemeClr val="tx1"/>
                </a:solidFill>
                <a:latin typeface="Arial" panose="020B0604020202020204" pitchFamily="34" charset="0"/>
                <a:ea typeface="PMingLiU" panose="02020500000000000000" pitchFamily="18" charset="-120"/>
              </a:defRPr>
            </a:lvl4pPr>
            <a:lvl5pPr marL="2057400" indent="-228600">
              <a:spcBef>
                <a:spcPct val="20000"/>
              </a:spcBef>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9pPr>
          </a:lstStyle>
          <a:p>
            <a:pPr fontAlgn="base">
              <a:spcBef>
                <a:spcPct val="0"/>
              </a:spcBef>
              <a:spcAft>
                <a:spcPct val="0"/>
              </a:spcAft>
              <a:buClrTx/>
              <a:buSzTx/>
              <a:buNone/>
            </a:pPr>
            <a:fld id="{55929981-46BD-45EC-9B13-F243FFB4A87B}" type="slidenum">
              <a:rPr kumimoji="0" lang="en-US" altLang="zh-TW" sz="2600">
                <a:solidFill>
                  <a:srgbClr val="FFFFFF"/>
                </a:solidFill>
              </a:rPr>
              <a:pPr fontAlgn="base">
                <a:spcBef>
                  <a:spcPct val="0"/>
                </a:spcBef>
                <a:spcAft>
                  <a:spcPct val="0"/>
                </a:spcAft>
                <a:buClrTx/>
                <a:buSzTx/>
                <a:buNone/>
              </a:pPr>
              <a:t>22</a:t>
            </a:fld>
            <a:endParaRPr kumimoji="0" lang="en-US" altLang="zh-TW" sz="2600">
              <a:solidFill>
                <a:srgbClr val="FFFFFF"/>
              </a:solidFill>
            </a:endParaRPr>
          </a:p>
        </p:txBody>
      </p:sp>
      <p:sp>
        <p:nvSpPr>
          <p:cNvPr id="18435" name="AutoShape 2">
            <a:extLst>
              <a:ext uri="{FF2B5EF4-FFF2-40B4-BE49-F238E27FC236}">
                <a16:creationId xmlns:a16="http://schemas.microsoft.com/office/drawing/2014/main" id="{1EE763A9-3469-4B11-810E-D8EA76E3D209}"/>
              </a:ext>
            </a:extLst>
          </p:cNvPr>
          <p:cNvSpPr>
            <a:spLocks noGrp="1" noChangeArrowheads="1"/>
          </p:cNvSpPr>
          <p:nvPr>
            <p:ph type="title"/>
          </p:nvPr>
        </p:nvSpPr>
        <p:spPr>
          <a:xfrm>
            <a:off x="1016000" y="541422"/>
            <a:ext cx="10566400" cy="1896570"/>
          </a:xfr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TW" dirty="0"/>
              <a:t>3. Reinforcement Learning</a:t>
            </a:r>
            <a:br>
              <a:rPr kumimoji="0" lang="en-US" altLang="zh-TW" sz="1800" b="1" i="1" u="none" strike="noStrike" kern="1200" cap="none" spc="0" normalizeH="0" baseline="0" noProof="0" dirty="0">
                <a:ln>
                  <a:noFill/>
                </a:ln>
                <a:solidFill>
                  <a:srgbClr val="800000"/>
                </a:solidFill>
                <a:effectLst/>
                <a:uLnTx/>
                <a:uFillTx/>
                <a:latin typeface="Arial"/>
                <a:ea typeface="PMingLiU"/>
                <a:cs typeface="+mn-cs"/>
              </a:rPr>
            </a:br>
            <a:endParaRPr lang="en-US" altLang="zh-TW" dirty="0"/>
          </a:p>
        </p:txBody>
      </p:sp>
      <p:pic>
        <p:nvPicPr>
          <p:cNvPr id="18436" name="Picture 4">
            <a:extLst>
              <a:ext uri="{FF2B5EF4-FFF2-40B4-BE49-F238E27FC236}">
                <a16:creationId xmlns:a16="http://schemas.microsoft.com/office/drawing/2014/main" id="{27D32D0D-F0D1-482B-B92F-EF8922EBE1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0143" y="2716214"/>
            <a:ext cx="4249737" cy="282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8" name="Text Box 6">
            <a:extLst>
              <a:ext uri="{FF2B5EF4-FFF2-40B4-BE49-F238E27FC236}">
                <a16:creationId xmlns:a16="http://schemas.microsoft.com/office/drawing/2014/main" id="{D080A4A3-5A75-4D44-AF98-DD19E172B45D}"/>
              </a:ext>
            </a:extLst>
          </p:cNvPr>
          <p:cNvSpPr txBox="1">
            <a:spLocks noChangeArrowheads="1"/>
          </p:cNvSpPr>
          <p:nvPr/>
        </p:nvSpPr>
        <p:spPr bwMode="auto">
          <a:xfrm>
            <a:off x="1183815" y="2967335"/>
            <a:ext cx="579596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1"/>
              </a:buClr>
              <a:buSzPct val="75000"/>
              <a:buFont typeface="Wingdings" panose="05000000000000000000" pitchFamily="2" charset="2"/>
              <a:buChar char="l"/>
              <a:defRPr kumimoji="1" sz="2800">
                <a:solidFill>
                  <a:schemeClr val="tx1"/>
                </a:solidFill>
                <a:latin typeface="Arial" panose="020B0604020202020204" pitchFamily="34" charset="0"/>
                <a:ea typeface="PMingLiU" panose="02020500000000000000" pitchFamily="18" charset="-120"/>
              </a:defRPr>
            </a:lvl1pPr>
            <a:lvl2pPr marL="742950" indent="-285750">
              <a:spcBef>
                <a:spcPct val="20000"/>
              </a:spcBef>
              <a:buClr>
                <a:schemeClr val="tx1"/>
              </a:buClr>
              <a:buSzPct val="75000"/>
              <a:buChar char="–"/>
              <a:defRPr kumimoji="1" sz="2400">
                <a:solidFill>
                  <a:schemeClr val="tx1"/>
                </a:solidFill>
                <a:latin typeface="Arial" panose="020B0604020202020204" pitchFamily="34" charset="0"/>
                <a:ea typeface="PMingLiU" panose="02020500000000000000" pitchFamily="18" charset="-120"/>
              </a:defRPr>
            </a:lvl2pPr>
            <a:lvl3pPr marL="1143000" indent="-228600">
              <a:spcBef>
                <a:spcPct val="20000"/>
              </a:spcBef>
              <a:buClr>
                <a:schemeClr val="tx1"/>
              </a:buClr>
              <a:buSzPct val="75000"/>
              <a:buFont typeface="Wingdings" panose="05000000000000000000" pitchFamily="2" charset="2"/>
              <a:buChar char="l"/>
              <a:defRPr kumimoji="1" sz="2000">
                <a:solidFill>
                  <a:schemeClr val="tx1"/>
                </a:solidFill>
                <a:latin typeface="Arial" panose="020B0604020202020204" pitchFamily="34" charset="0"/>
                <a:ea typeface="PMingLiU" panose="02020500000000000000" pitchFamily="18" charset="-120"/>
              </a:defRPr>
            </a:lvl3pPr>
            <a:lvl4pPr marL="1600200" indent="-228600">
              <a:spcBef>
                <a:spcPct val="20000"/>
              </a:spcBef>
              <a:buClr>
                <a:schemeClr val="tx1"/>
              </a:buClr>
              <a:buSzPct val="80000"/>
              <a:buChar char="–"/>
              <a:defRPr kumimoji="1">
                <a:solidFill>
                  <a:schemeClr val="tx1"/>
                </a:solidFill>
                <a:latin typeface="Arial" panose="020B0604020202020204" pitchFamily="34" charset="0"/>
                <a:ea typeface="PMingLiU" panose="02020500000000000000" pitchFamily="18" charset="-120"/>
              </a:defRPr>
            </a:lvl4pPr>
            <a:lvl5pPr marL="2057400" indent="-228600">
              <a:spcBef>
                <a:spcPct val="20000"/>
              </a:spcBef>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5pPr>
            <a:lvl6pPr marL="25146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6pPr>
            <a:lvl7pPr marL="29718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7pPr>
            <a:lvl8pPr marL="34290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8pPr>
            <a:lvl9pPr marL="3886200" indent="-228600" eaLnBrk="0" fontAlgn="base" hangingPunct="0">
              <a:spcBef>
                <a:spcPct val="20000"/>
              </a:spcBef>
              <a:spcAft>
                <a:spcPct val="0"/>
              </a:spcAft>
              <a:buClr>
                <a:schemeClr val="tx1"/>
              </a:buClr>
              <a:buSzPct val="65000"/>
              <a:buFont typeface="Wingdings" panose="05000000000000000000" pitchFamily="2" charset="2"/>
              <a:buChar char="l"/>
              <a:defRPr kumimoji="1">
                <a:solidFill>
                  <a:schemeClr val="tx1"/>
                </a:solidFill>
                <a:latin typeface="Arial" panose="020B0604020202020204" pitchFamily="34" charset="0"/>
                <a:ea typeface="PMingLiU" panose="02020500000000000000" pitchFamily="18" charset="-120"/>
              </a:defRPr>
            </a:lvl9pPr>
          </a:lstStyle>
          <a:p>
            <a:pPr fontAlgn="base">
              <a:spcBef>
                <a:spcPct val="0"/>
              </a:spcBef>
              <a:spcAft>
                <a:spcPct val="0"/>
              </a:spcAft>
              <a:buClrTx/>
              <a:buSzTx/>
              <a:buNone/>
            </a:pPr>
            <a:r>
              <a:rPr lang="en-US" altLang="zh-TW" sz="1800" dirty="0">
                <a:solidFill>
                  <a:srgbClr val="003366"/>
                </a:solidFill>
              </a:rPr>
              <a:t>I/O mapping is performed through continued interaction with the environment to minimize a scaler index of performance.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D1889-6D28-451D-AE31-13BB257E1CCE}"/>
              </a:ext>
            </a:extLst>
          </p:cNvPr>
          <p:cNvSpPr>
            <a:spLocks noGrp="1"/>
          </p:cNvSpPr>
          <p:nvPr>
            <p:ph type="title"/>
          </p:nvPr>
        </p:nvSpPr>
        <p:spPr/>
        <p:txBody>
          <a:bodyPr/>
          <a:lstStyle/>
          <a:p>
            <a:r>
              <a:rPr lang="en-IN" dirty="0"/>
              <a:t>Learning Rules</a:t>
            </a:r>
          </a:p>
        </p:txBody>
      </p:sp>
      <p:graphicFrame>
        <p:nvGraphicFramePr>
          <p:cNvPr id="5" name="Table 5">
            <a:extLst>
              <a:ext uri="{FF2B5EF4-FFF2-40B4-BE49-F238E27FC236}">
                <a16:creationId xmlns:a16="http://schemas.microsoft.com/office/drawing/2014/main" id="{00732C76-394F-49B2-BFF9-4AE8C5412DDD}"/>
              </a:ext>
            </a:extLst>
          </p:cNvPr>
          <p:cNvGraphicFramePr>
            <a:graphicFrameLocks noGrp="1"/>
          </p:cNvGraphicFramePr>
          <p:nvPr>
            <p:ph idx="1"/>
            <p:extLst>
              <p:ext uri="{D42A27DB-BD31-4B8C-83A1-F6EECF244321}">
                <p14:modId xmlns:p14="http://schemas.microsoft.com/office/powerpoint/2010/main" val="1279455885"/>
              </p:ext>
            </p:extLst>
          </p:nvPr>
        </p:nvGraphicFramePr>
        <p:xfrm>
          <a:off x="1383632" y="2389247"/>
          <a:ext cx="10566398" cy="4263282"/>
        </p:xfrm>
        <a:graphic>
          <a:graphicData uri="http://schemas.openxmlformats.org/drawingml/2006/table">
            <a:tbl>
              <a:tblPr firstRow="1" bandRow="1">
                <a:tableStyleId>{5C22544A-7EE6-4342-B048-85BDC9FD1C3A}</a:tableStyleId>
              </a:tblPr>
              <a:tblGrid>
                <a:gridCol w="1487260">
                  <a:extLst>
                    <a:ext uri="{9D8B030D-6E8A-4147-A177-3AD203B41FA5}">
                      <a16:colId xmlns:a16="http://schemas.microsoft.com/office/drawing/2014/main" val="2136592313"/>
                    </a:ext>
                  </a:extLst>
                </a:gridCol>
                <a:gridCol w="2567382">
                  <a:extLst>
                    <a:ext uri="{9D8B030D-6E8A-4147-A177-3AD203B41FA5}">
                      <a16:colId xmlns:a16="http://schemas.microsoft.com/office/drawing/2014/main" val="1378409160"/>
                    </a:ext>
                  </a:extLst>
                </a:gridCol>
                <a:gridCol w="1143000">
                  <a:extLst>
                    <a:ext uri="{9D8B030D-6E8A-4147-A177-3AD203B41FA5}">
                      <a16:colId xmlns:a16="http://schemas.microsoft.com/office/drawing/2014/main" val="3023711443"/>
                    </a:ext>
                  </a:extLst>
                </a:gridCol>
                <a:gridCol w="1660358">
                  <a:extLst>
                    <a:ext uri="{9D8B030D-6E8A-4147-A177-3AD203B41FA5}">
                      <a16:colId xmlns:a16="http://schemas.microsoft.com/office/drawing/2014/main" val="3449411856"/>
                    </a:ext>
                  </a:extLst>
                </a:gridCol>
                <a:gridCol w="1900989">
                  <a:extLst>
                    <a:ext uri="{9D8B030D-6E8A-4147-A177-3AD203B41FA5}">
                      <a16:colId xmlns:a16="http://schemas.microsoft.com/office/drawing/2014/main" val="630350014"/>
                    </a:ext>
                  </a:extLst>
                </a:gridCol>
                <a:gridCol w="1807409">
                  <a:extLst>
                    <a:ext uri="{9D8B030D-6E8A-4147-A177-3AD203B41FA5}">
                      <a16:colId xmlns:a16="http://schemas.microsoft.com/office/drawing/2014/main" val="3489452828"/>
                    </a:ext>
                  </a:extLst>
                </a:gridCol>
              </a:tblGrid>
              <a:tr h="919566">
                <a:tc>
                  <a:txBody>
                    <a:bodyPr/>
                    <a:lstStyle/>
                    <a:p>
                      <a:pPr algn="ctr"/>
                      <a:r>
                        <a:rPr lang="en-IN" dirty="0"/>
                        <a:t>Learning</a:t>
                      </a:r>
                    </a:p>
                  </a:txBody>
                  <a:tcPr/>
                </a:tc>
                <a:tc>
                  <a:txBody>
                    <a:bodyPr/>
                    <a:lstStyle/>
                    <a:p>
                      <a:pPr algn="ctr"/>
                      <a:r>
                        <a:rPr lang="en-IN" dirty="0"/>
                        <a:t>Single weight adjustment</a:t>
                      </a:r>
                    </a:p>
                    <a:p>
                      <a:pPr algn="ctr"/>
                      <a:endParaRPr lang="en-IN" dirty="0"/>
                    </a:p>
                  </a:txBody>
                  <a:tcPr/>
                </a:tc>
                <a:tc>
                  <a:txBody>
                    <a:bodyPr/>
                    <a:lstStyle/>
                    <a:p>
                      <a:pPr algn="ctr"/>
                      <a:r>
                        <a:rPr lang="en-IN" dirty="0"/>
                        <a:t> Initial Weights</a:t>
                      </a:r>
                    </a:p>
                  </a:txBody>
                  <a:tcPr/>
                </a:tc>
                <a:tc>
                  <a:txBody>
                    <a:bodyPr/>
                    <a:lstStyle/>
                    <a:p>
                      <a:pPr algn="ctr"/>
                      <a:r>
                        <a:rPr lang="en-IN" dirty="0"/>
                        <a:t>Learning</a:t>
                      </a:r>
                    </a:p>
                  </a:txBody>
                  <a:tcPr/>
                </a:tc>
                <a:tc>
                  <a:txBody>
                    <a:bodyPr/>
                    <a:lstStyle/>
                    <a:p>
                      <a:pPr algn="ctr"/>
                      <a:r>
                        <a:rPr lang="en-IN" dirty="0"/>
                        <a:t>Neuron Characteristics</a:t>
                      </a:r>
                    </a:p>
                  </a:txBody>
                  <a:tcPr/>
                </a:tc>
                <a:tc>
                  <a:txBody>
                    <a:bodyPr/>
                    <a:lstStyle/>
                    <a:p>
                      <a:pPr algn="ctr"/>
                      <a:r>
                        <a:rPr lang="en-IN" dirty="0"/>
                        <a:t>Neuron/ Layer</a:t>
                      </a:r>
                    </a:p>
                  </a:txBody>
                  <a:tcPr/>
                </a:tc>
                <a:extLst>
                  <a:ext uri="{0D108BD9-81ED-4DB2-BD59-A6C34878D82A}">
                    <a16:rowId xmlns:a16="http://schemas.microsoft.com/office/drawing/2014/main" val="1187592318"/>
                  </a:ext>
                </a:extLst>
              </a:tr>
              <a:tr h="835929">
                <a:tc>
                  <a:txBody>
                    <a:bodyPr/>
                    <a:lstStyle/>
                    <a:p>
                      <a:pPr algn="ctr"/>
                      <a:r>
                        <a:rPr lang="en-IN" dirty="0"/>
                        <a:t>Hebbian</a:t>
                      </a:r>
                    </a:p>
                  </a:txBody>
                  <a:tcPr/>
                </a:tc>
                <a:tc>
                  <a:txBody>
                    <a:bodyPr/>
                    <a:lstStyle/>
                    <a:p>
                      <a:pPr algn="ctr"/>
                      <a:r>
                        <a:rPr lang="en-IN" dirty="0"/>
                        <a:t>c*f(</a:t>
                      </a:r>
                      <a:r>
                        <a:rPr lang="en-IN" dirty="0" err="1"/>
                        <a:t>neti</a:t>
                      </a:r>
                      <a:r>
                        <a:rPr lang="en-IN" dirty="0"/>
                        <a:t>)* Xi</a:t>
                      </a:r>
                    </a:p>
                  </a:txBody>
                  <a:tcPr/>
                </a:tc>
                <a:tc>
                  <a:txBody>
                    <a:bodyPr/>
                    <a:lstStyle/>
                    <a:p>
                      <a:pPr algn="ctr"/>
                      <a:r>
                        <a:rPr lang="en-IN" dirty="0"/>
                        <a:t>0</a:t>
                      </a:r>
                    </a:p>
                  </a:txBody>
                  <a:tcPr/>
                </a:tc>
                <a:tc>
                  <a:txBody>
                    <a:bodyPr/>
                    <a:lstStyle/>
                    <a:p>
                      <a:pPr algn="ctr"/>
                      <a:r>
                        <a:rPr lang="en-IN" dirty="0"/>
                        <a:t>Unsupervised</a:t>
                      </a:r>
                    </a:p>
                  </a:txBody>
                  <a:tcPr/>
                </a:tc>
                <a:tc>
                  <a:txBody>
                    <a:bodyPr/>
                    <a:lstStyle/>
                    <a:p>
                      <a:pPr algn="ctr"/>
                      <a:r>
                        <a:rPr lang="en-IN" dirty="0"/>
                        <a:t>Any</a:t>
                      </a:r>
                    </a:p>
                  </a:txBody>
                  <a:tcPr/>
                </a:tc>
                <a:tc>
                  <a:txBody>
                    <a:bodyPr/>
                    <a:lstStyle/>
                    <a:p>
                      <a:pPr algn="ctr"/>
                      <a:r>
                        <a:rPr lang="en-IN" dirty="0"/>
                        <a:t>Single neuron</a:t>
                      </a:r>
                    </a:p>
                  </a:txBody>
                  <a:tcPr/>
                </a:tc>
                <a:extLst>
                  <a:ext uri="{0D108BD9-81ED-4DB2-BD59-A6C34878D82A}">
                    <a16:rowId xmlns:a16="http://schemas.microsoft.com/office/drawing/2014/main" val="2896270766"/>
                  </a:ext>
                </a:extLst>
              </a:tr>
              <a:tr h="835929">
                <a:tc>
                  <a:txBody>
                    <a:bodyPr/>
                    <a:lstStyle/>
                    <a:p>
                      <a:pPr algn="ctr"/>
                      <a:r>
                        <a:rPr lang="en-IN" dirty="0"/>
                        <a:t>Perceptron</a:t>
                      </a:r>
                    </a:p>
                  </a:txBody>
                  <a:tcPr/>
                </a:tc>
                <a:tc>
                  <a:txBody>
                    <a:bodyPr/>
                    <a:lstStyle/>
                    <a:p>
                      <a:pPr algn="ctr"/>
                      <a:r>
                        <a:rPr lang="en-IN" dirty="0"/>
                        <a:t>c*(di-f(</a:t>
                      </a:r>
                      <a:r>
                        <a:rPr lang="en-IN" dirty="0" err="1"/>
                        <a:t>neti</a:t>
                      </a:r>
                      <a:r>
                        <a:rPr lang="en-IN" dirty="0"/>
                        <a:t>))*Xi</a:t>
                      </a:r>
                    </a:p>
                  </a:txBody>
                  <a:tcPr/>
                </a:tc>
                <a:tc>
                  <a:txBody>
                    <a:bodyPr/>
                    <a:lstStyle/>
                    <a:p>
                      <a:pPr algn="ctr"/>
                      <a:r>
                        <a:rPr lang="en-IN" dirty="0"/>
                        <a:t>Any</a:t>
                      </a:r>
                    </a:p>
                  </a:txBody>
                  <a:tcPr/>
                </a:tc>
                <a:tc>
                  <a:txBody>
                    <a:bodyPr/>
                    <a:lstStyle/>
                    <a:p>
                      <a:pPr algn="ctr"/>
                      <a:r>
                        <a:rPr lang="en-IN" dirty="0"/>
                        <a:t>Supervised</a:t>
                      </a:r>
                    </a:p>
                  </a:txBody>
                  <a:tcPr/>
                </a:tc>
                <a:tc>
                  <a:txBody>
                    <a:bodyPr/>
                    <a:lstStyle/>
                    <a:p>
                      <a:pPr algn="ctr"/>
                      <a:r>
                        <a:rPr lang="en-IN" dirty="0"/>
                        <a:t>Discrete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3366"/>
                          </a:solidFill>
                          <a:effectLst/>
                          <a:uLnTx/>
                          <a:uFillTx/>
                          <a:latin typeface="+mn-lt"/>
                          <a:ea typeface="+mn-ea"/>
                          <a:cs typeface="+mn-cs"/>
                        </a:rPr>
                        <a:t>Single neuron</a:t>
                      </a:r>
                    </a:p>
                    <a:p>
                      <a:pPr algn="ctr"/>
                      <a:endParaRPr lang="en-IN" dirty="0"/>
                    </a:p>
                  </a:txBody>
                  <a:tcPr/>
                </a:tc>
                <a:extLst>
                  <a:ext uri="{0D108BD9-81ED-4DB2-BD59-A6C34878D82A}">
                    <a16:rowId xmlns:a16="http://schemas.microsoft.com/office/drawing/2014/main" val="2524217171"/>
                  </a:ext>
                </a:extLst>
              </a:tr>
              <a:tr h="835929">
                <a:tc>
                  <a:txBody>
                    <a:bodyPr/>
                    <a:lstStyle/>
                    <a:p>
                      <a:pPr algn="ctr"/>
                      <a:r>
                        <a:rPr lang="en-IN" dirty="0"/>
                        <a:t>Delta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182563" algn="l"/>
                        </a:tabLst>
                        <a:defRPr/>
                      </a:pPr>
                      <a:r>
                        <a:rPr kumimoji="0" lang="en-IN" sz="1800" b="0" i="0" u="none" strike="noStrike" kern="1200" cap="none" spc="0" normalizeH="0" baseline="0" noProof="0" dirty="0">
                          <a:ln>
                            <a:noFill/>
                          </a:ln>
                          <a:solidFill>
                            <a:srgbClr val="003366"/>
                          </a:solidFill>
                          <a:effectLst/>
                          <a:uLnTx/>
                          <a:uFillTx/>
                          <a:latin typeface="+mn-lt"/>
                          <a:ea typeface="+mn-ea"/>
                          <a:cs typeface="+mn-cs"/>
                        </a:rPr>
                        <a:t>c*(d-f(</a:t>
                      </a:r>
                      <a:r>
                        <a:rPr kumimoji="0" lang="en-IN" sz="1800" b="0" i="0" u="none" strike="noStrike" kern="1200" cap="none" spc="0" normalizeH="0" baseline="0" noProof="0" dirty="0" err="1">
                          <a:ln>
                            <a:noFill/>
                          </a:ln>
                          <a:solidFill>
                            <a:srgbClr val="003366"/>
                          </a:solidFill>
                          <a:effectLst/>
                          <a:uLnTx/>
                          <a:uFillTx/>
                          <a:latin typeface="+mn-lt"/>
                          <a:ea typeface="+mn-ea"/>
                          <a:cs typeface="+mn-cs"/>
                        </a:rPr>
                        <a:t>neti</a:t>
                      </a:r>
                      <a:r>
                        <a:rPr kumimoji="0" lang="en-IN" sz="1800" b="0" i="0" u="none" strike="noStrike" kern="1200" cap="none" spc="0" normalizeH="0" baseline="0" noProof="0" dirty="0">
                          <a:ln>
                            <a:noFill/>
                          </a:ln>
                          <a:solidFill>
                            <a:srgbClr val="003366"/>
                          </a:solidFill>
                          <a:effectLst/>
                          <a:uLnTx/>
                          <a:uFillTx/>
                          <a:latin typeface="+mn-lt"/>
                          <a:ea typeface="+mn-ea"/>
                          <a:cs typeface="+mn-cs"/>
                        </a:rPr>
                        <a:t>))*f’(</a:t>
                      </a:r>
                      <a:r>
                        <a:rPr kumimoji="0" lang="en-IN" sz="1800" b="0" i="0" u="none" strike="noStrike" kern="1200" cap="none" spc="0" normalizeH="0" baseline="0" noProof="0" dirty="0" err="1">
                          <a:ln>
                            <a:noFill/>
                          </a:ln>
                          <a:solidFill>
                            <a:srgbClr val="003366"/>
                          </a:solidFill>
                          <a:effectLst/>
                          <a:uLnTx/>
                          <a:uFillTx/>
                          <a:latin typeface="+mn-lt"/>
                          <a:ea typeface="+mn-ea"/>
                          <a:cs typeface="+mn-cs"/>
                        </a:rPr>
                        <a:t>neti</a:t>
                      </a:r>
                      <a:r>
                        <a:rPr kumimoji="0" lang="en-IN" sz="1800" b="0" i="0" u="none" strike="noStrike" kern="1200" cap="none" spc="0" normalizeH="0" baseline="0" noProof="0" dirty="0">
                          <a:ln>
                            <a:noFill/>
                          </a:ln>
                          <a:solidFill>
                            <a:srgbClr val="003366"/>
                          </a:solidFill>
                          <a:effectLst/>
                          <a:uLnTx/>
                          <a:uFillTx/>
                          <a:latin typeface="+mn-lt"/>
                          <a:ea typeface="+mn-ea"/>
                          <a:cs typeface="+mn-cs"/>
                        </a:rPr>
                        <a:t>)* Xi</a:t>
                      </a:r>
                    </a:p>
                    <a:p>
                      <a:pPr algn="ctr"/>
                      <a:endParaRPr lang="en-IN" dirty="0"/>
                    </a:p>
                  </a:txBody>
                  <a:tcPr/>
                </a:tc>
                <a:tc>
                  <a:txBody>
                    <a:bodyPr/>
                    <a:lstStyle/>
                    <a:p>
                      <a:pPr algn="ctr"/>
                      <a:r>
                        <a:rPr lang="en-IN" dirty="0"/>
                        <a:t>Any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3366"/>
                          </a:solidFill>
                          <a:effectLst/>
                          <a:uLnTx/>
                          <a:uFillTx/>
                          <a:latin typeface="+mn-lt"/>
                          <a:ea typeface="+mn-ea"/>
                          <a:cs typeface="+mn-cs"/>
                        </a:rPr>
                        <a:t>Supervised</a:t>
                      </a:r>
                    </a:p>
                    <a:p>
                      <a:pPr algn="ctr"/>
                      <a:endParaRPr lang="en-IN" dirty="0"/>
                    </a:p>
                  </a:txBody>
                  <a:tcPr/>
                </a:tc>
                <a:tc>
                  <a:txBody>
                    <a:bodyPr/>
                    <a:lstStyle/>
                    <a:p>
                      <a:pPr algn="ctr"/>
                      <a:r>
                        <a:rPr lang="en-IN" dirty="0"/>
                        <a:t>Continuous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3366"/>
                          </a:solidFill>
                          <a:effectLst/>
                          <a:uLnTx/>
                          <a:uFillTx/>
                          <a:latin typeface="+mn-lt"/>
                          <a:ea typeface="+mn-ea"/>
                          <a:cs typeface="+mn-cs"/>
                        </a:rPr>
                        <a:t>Single neuron</a:t>
                      </a:r>
                    </a:p>
                    <a:p>
                      <a:pPr algn="ctr"/>
                      <a:endParaRPr lang="en-IN" dirty="0"/>
                    </a:p>
                  </a:txBody>
                  <a:tcPr/>
                </a:tc>
                <a:extLst>
                  <a:ext uri="{0D108BD9-81ED-4DB2-BD59-A6C34878D82A}">
                    <a16:rowId xmlns:a16="http://schemas.microsoft.com/office/drawing/2014/main" val="3721295013"/>
                  </a:ext>
                </a:extLst>
              </a:tr>
              <a:tr h="835929">
                <a:tc>
                  <a:txBody>
                    <a:bodyPr/>
                    <a:lstStyle/>
                    <a:p>
                      <a:pPr algn="ctr"/>
                      <a:r>
                        <a:rPr lang="en-IN" dirty="0" err="1"/>
                        <a:t>Widrow</a:t>
                      </a:r>
                      <a:r>
                        <a:rPr lang="en-IN" dirty="0"/>
                        <a:t>-Hoff</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3366"/>
                          </a:solidFill>
                          <a:effectLst/>
                          <a:uLnTx/>
                          <a:uFillTx/>
                          <a:latin typeface="+mn-lt"/>
                          <a:ea typeface="+mn-ea"/>
                          <a:cs typeface="+mn-cs"/>
                        </a:rPr>
                        <a:t>c*(di-</a:t>
                      </a:r>
                      <a:r>
                        <a:rPr kumimoji="0" lang="en-IN" sz="1800" b="0" i="0" u="none" strike="noStrike" kern="1200" cap="none" spc="0" normalizeH="0" baseline="0" noProof="0" dirty="0" err="1">
                          <a:ln>
                            <a:noFill/>
                          </a:ln>
                          <a:solidFill>
                            <a:srgbClr val="003366"/>
                          </a:solidFill>
                          <a:effectLst/>
                          <a:uLnTx/>
                          <a:uFillTx/>
                          <a:latin typeface="+mn-lt"/>
                          <a:ea typeface="+mn-ea"/>
                          <a:cs typeface="+mn-cs"/>
                        </a:rPr>
                        <a:t>neti</a:t>
                      </a:r>
                      <a:r>
                        <a:rPr kumimoji="0" lang="en-IN" sz="1800" b="0" i="0" u="none" strike="noStrike" kern="1200" cap="none" spc="0" normalizeH="0" baseline="0" noProof="0" dirty="0">
                          <a:ln>
                            <a:noFill/>
                          </a:ln>
                          <a:solidFill>
                            <a:srgbClr val="003366"/>
                          </a:solidFill>
                          <a:effectLst/>
                          <a:uLnTx/>
                          <a:uFillTx/>
                          <a:latin typeface="+mn-lt"/>
                          <a:ea typeface="+mn-ea"/>
                          <a:cs typeface="+mn-cs"/>
                        </a:rPr>
                        <a:t>)*Xi</a:t>
                      </a:r>
                    </a:p>
                    <a:p>
                      <a:pPr algn="ctr"/>
                      <a:endParaRPr lang="en-IN" dirty="0"/>
                    </a:p>
                  </a:txBody>
                  <a:tcPr/>
                </a:tc>
                <a:tc>
                  <a:txBody>
                    <a:bodyPr/>
                    <a:lstStyle/>
                    <a:p>
                      <a:pPr algn="ctr"/>
                      <a:r>
                        <a:rPr lang="en-IN" dirty="0"/>
                        <a:t>Any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3366"/>
                          </a:solidFill>
                          <a:effectLst/>
                          <a:uLnTx/>
                          <a:uFillTx/>
                          <a:latin typeface="+mn-lt"/>
                          <a:ea typeface="+mn-ea"/>
                          <a:cs typeface="+mn-cs"/>
                        </a:rPr>
                        <a:t>Supervised</a:t>
                      </a:r>
                    </a:p>
                    <a:p>
                      <a:pPr algn="ctr"/>
                      <a:endParaRPr lang="en-IN" dirty="0"/>
                    </a:p>
                  </a:txBody>
                  <a:tcPr/>
                </a:tc>
                <a:tc>
                  <a:txBody>
                    <a:bodyPr/>
                    <a:lstStyle/>
                    <a:p>
                      <a:pPr algn="ctr"/>
                      <a:r>
                        <a:rPr lang="en-IN" dirty="0"/>
                        <a:t>Any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3366"/>
                          </a:solidFill>
                          <a:effectLst/>
                          <a:uLnTx/>
                          <a:uFillTx/>
                          <a:latin typeface="+mn-lt"/>
                          <a:ea typeface="+mn-ea"/>
                          <a:cs typeface="+mn-cs"/>
                        </a:rPr>
                        <a:t>Single neuron</a:t>
                      </a:r>
                    </a:p>
                    <a:p>
                      <a:pPr algn="ctr"/>
                      <a:endParaRPr lang="en-IN" dirty="0"/>
                    </a:p>
                  </a:txBody>
                  <a:tcPr/>
                </a:tc>
                <a:extLst>
                  <a:ext uri="{0D108BD9-81ED-4DB2-BD59-A6C34878D82A}">
                    <a16:rowId xmlns:a16="http://schemas.microsoft.com/office/drawing/2014/main" val="3136637672"/>
                  </a:ext>
                </a:extLst>
              </a:tr>
            </a:tbl>
          </a:graphicData>
        </a:graphic>
      </p:graphicFrame>
      <p:sp>
        <p:nvSpPr>
          <p:cNvPr id="4" name="Slide Number Placeholder 3">
            <a:extLst>
              <a:ext uri="{FF2B5EF4-FFF2-40B4-BE49-F238E27FC236}">
                <a16:creationId xmlns:a16="http://schemas.microsoft.com/office/drawing/2014/main" id="{FC7DA63E-B10A-4710-9328-E7D3AF5D848D}"/>
              </a:ext>
            </a:extLst>
          </p:cNvPr>
          <p:cNvSpPr>
            <a:spLocks noGrp="1"/>
          </p:cNvSpPr>
          <p:nvPr>
            <p:ph type="sldNum" sz="quarter" idx="12"/>
          </p:nvPr>
        </p:nvSpPr>
        <p:spPr/>
        <p:txBody>
          <a:bodyPr/>
          <a:lstStyle/>
          <a:p>
            <a:pPr>
              <a:defRPr/>
            </a:pPr>
            <a:fld id="{9AD681D7-8A59-4380-9311-10B86FF921AA}" type="slidenum">
              <a:rPr lang="en-US" altLang="zh-TW" smtClean="0"/>
              <a:pPr>
                <a:defRPr/>
              </a:pPr>
              <a:t>23</a:t>
            </a:fld>
            <a:endParaRPr lang="en-US" altLang="zh-TW"/>
          </a:p>
        </p:txBody>
      </p:sp>
    </p:spTree>
    <p:extLst>
      <p:ext uri="{BB962C8B-B14F-4D97-AF65-F5344CB8AC3E}">
        <p14:creationId xmlns:p14="http://schemas.microsoft.com/office/powerpoint/2010/main" val="23919711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12BC6-046A-459E-A274-272C0A650A9B}"/>
              </a:ext>
            </a:extLst>
          </p:cNvPr>
          <p:cNvSpPr>
            <a:spLocks noGrp="1"/>
          </p:cNvSpPr>
          <p:nvPr>
            <p:ph type="title"/>
          </p:nvPr>
        </p:nvSpPr>
        <p:spPr/>
        <p:txBody>
          <a:bodyPr/>
          <a:lstStyle/>
          <a:p>
            <a:r>
              <a:rPr lang="en-IN" dirty="0"/>
              <a:t>Linear and </a:t>
            </a:r>
            <a: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Nonlinear Separability</a:t>
            </a:r>
            <a:endParaRPr lang="en-IN" dirty="0"/>
          </a:p>
        </p:txBody>
      </p:sp>
      <p:sp>
        <p:nvSpPr>
          <p:cNvPr id="4" name="Slide Number Placeholder 3">
            <a:extLst>
              <a:ext uri="{FF2B5EF4-FFF2-40B4-BE49-F238E27FC236}">
                <a16:creationId xmlns:a16="http://schemas.microsoft.com/office/drawing/2014/main" id="{C73FC6C9-E1D4-40B0-BCA7-C526FF6A2209}"/>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pic>
        <p:nvPicPr>
          <p:cNvPr id="48130" name="Picture 2" descr="Image result for perceptron linearly separable">
            <a:extLst>
              <a:ext uri="{FF2B5EF4-FFF2-40B4-BE49-F238E27FC236}">
                <a16:creationId xmlns:a16="http://schemas.microsoft.com/office/drawing/2014/main" id="{2160D358-0611-489C-96B5-F6932E8819F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1601" y="2362200"/>
            <a:ext cx="9091748" cy="436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39297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AF55F-EB46-42AB-B549-AF0E8B3A5F23}"/>
              </a:ext>
            </a:extLst>
          </p:cNvPr>
          <p:cNvSpPr>
            <a:spLocks noGrp="1"/>
          </p:cNvSpPr>
          <p:nvPr>
            <p:ph type="title"/>
          </p:nvPr>
        </p:nvSpPr>
        <p:spPr/>
        <p:txBody>
          <a:bodyPr/>
          <a:lstStyle/>
          <a:p>
            <a: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Linear and Nonlinear Separability</a:t>
            </a:r>
            <a:endParaRPr lang="en-IN" dirty="0"/>
          </a:p>
        </p:txBody>
      </p:sp>
      <p:sp>
        <p:nvSpPr>
          <p:cNvPr id="3" name="Content Placeholder 2">
            <a:extLst>
              <a:ext uri="{FF2B5EF4-FFF2-40B4-BE49-F238E27FC236}">
                <a16:creationId xmlns:a16="http://schemas.microsoft.com/office/drawing/2014/main" id="{E68EE796-E4F2-446F-B79C-E68F782DF661}"/>
              </a:ext>
            </a:extLst>
          </p:cNvPr>
          <p:cNvSpPr>
            <a:spLocks noGrp="1"/>
          </p:cNvSpPr>
          <p:nvPr>
            <p:ph idx="1"/>
          </p:nvPr>
        </p:nvSpPr>
        <p:spPr>
          <a:xfrm>
            <a:off x="1332743" y="2517775"/>
            <a:ext cx="10747073" cy="3724275"/>
          </a:xfrm>
        </p:spPr>
        <p:txBody>
          <a:bodyPr/>
          <a:lstStyle/>
          <a:p>
            <a:r>
              <a:rPr lang="en-IN" sz="2000" dirty="0"/>
              <a:t>For two class classification problems if it is possible to choose single straight line separating the patterns, it is called </a:t>
            </a:r>
            <a:r>
              <a:rPr lang="en-IN" sz="2000" b="1" dirty="0"/>
              <a:t>linearly separable </a:t>
            </a:r>
            <a:r>
              <a:rPr lang="en-IN" sz="2000" dirty="0"/>
              <a:t>classification problem. </a:t>
            </a:r>
          </a:p>
          <a:p>
            <a:endParaRPr lang="en-IN" sz="2000" dirty="0"/>
          </a:p>
          <a:p>
            <a:pPr marL="342900" marR="0" lvl="0" indent="-342900" algn="l" defTabSz="914400" rtl="0" eaLnBrk="0" fontAlgn="base" latinLnBrk="0" hangingPunct="0">
              <a:lnSpc>
                <a:spcPct val="100000"/>
              </a:lnSpc>
              <a:spcBef>
                <a:spcPct val="20000"/>
              </a:spcBef>
              <a:spcAft>
                <a:spcPct val="0"/>
              </a:spcAft>
              <a:buClr>
                <a:srgbClr val="003366"/>
              </a:buClr>
              <a:buSzPct val="75000"/>
              <a:buFont typeface="Wingdings" panose="05000000000000000000" pitchFamily="2" charset="2"/>
              <a:buChar char="l"/>
              <a:tabLst/>
              <a:defRPr/>
            </a:pPr>
            <a:r>
              <a:rPr kumimoji="1" lang="en-IN" sz="2000" b="0" i="0" u="none" strike="noStrike" kern="1200" cap="none" spc="0" normalizeH="0" baseline="0" noProof="0" dirty="0">
                <a:ln>
                  <a:noFill/>
                </a:ln>
                <a:solidFill>
                  <a:srgbClr val="003366"/>
                </a:solidFill>
                <a:effectLst/>
                <a:uLnTx/>
                <a:uFillTx/>
                <a:latin typeface="Arial"/>
                <a:ea typeface="PMingLiU" panose="02020500000000000000" pitchFamily="18" charset="-120"/>
                <a:cs typeface="+mn-cs"/>
              </a:rPr>
              <a:t>For two class classification problems if it is not possible to choose single straight line separating the patterns, it is called </a:t>
            </a:r>
            <a:r>
              <a:rPr kumimoji="1" lang="en-IN" sz="2000" b="1" i="0" u="none" strike="noStrike" kern="1200" cap="none" spc="0" normalizeH="0" baseline="0" noProof="0" dirty="0">
                <a:ln>
                  <a:noFill/>
                </a:ln>
                <a:solidFill>
                  <a:srgbClr val="003366"/>
                </a:solidFill>
                <a:effectLst/>
                <a:uLnTx/>
                <a:uFillTx/>
                <a:latin typeface="Arial"/>
                <a:ea typeface="PMingLiU" panose="02020500000000000000" pitchFamily="18" charset="-120"/>
                <a:cs typeface="+mn-cs"/>
              </a:rPr>
              <a:t>non linearly separable </a:t>
            </a:r>
            <a:r>
              <a:rPr kumimoji="1" lang="en-IN" sz="2000" b="0" i="0" u="none" strike="noStrike" kern="1200" cap="none" spc="0" normalizeH="0" baseline="0" noProof="0" dirty="0">
                <a:ln>
                  <a:noFill/>
                </a:ln>
                <a:solidFill>
                  <a:srgbClr val="003366"/>
                </a:solidFill>
                <a:effectLst/>
                <a:uLnTx/>
                <a:uFillTx/>
                <a:latin typeface="Arial"/>
                <a:ea typeface="PMingLiU" panose="02020500000000000000" pitchFamily="18" charset="-120"/>
                <a:cs typeface="+mn-cs"/>
              </a:rPr>
              <a:t>classification problem. </a:t>
            </a:r>
          </a:p>
          <a:p>
            <a:pPr marL="342900" marR="0" lvl="0" indent="-342900" algn="l" defTabSz="914400" rtl="0" eaLnBrk="0" fontAlgn="base" latinLnBrk="0" hangingPunct="0">
              <a:lnSpc>
                <a:spcPct val="100000"/>
              </a:lnSpc>
              <a:spcBef>
                <a:spcPct val="20000"/>
              </a:spcBef>
              <a:spcAft>
                <a:spcPct val="0"/>
              </a:spcAft>
              <a:buClr>
                <a:srgbClr val="003366"/>
              </a:buClr>
              <a:buSzPct val="75000"/>
              <a:buFont typeface="Wingdings" panose="05000000000000000000" pitchFamily="2" charset="2"/>
              <a:buChar char="l"/>
              <a:tabLst/>
              <a:defRPr/>
            </a:pPr>
            <a:endParaRPr kumimoji="1" lang="en-IN" sz="2000" b="0" i="0" u="none" strike="noStrike" kern="1200" cap="none" spc="0" normalizeH="0" baseline="0" noProof="0" dirty="0">
              <a:ln>
                <a:noFill/>
              </a:ln>
              <a:solidFill>
                <a:srgbClr val="003366"/>
              </a:solidFill>
              <a:effectLst/>
              <a:uLnTx/>
              <a:uFillTx/>
              <a:latin typeface="Arial"/>
              <a:ea typeface="PMingLiU" panose="02020500000000000000" pitchFamily="18" charset="-120"/>
              <a:cs typeface="+mn-cs"/>
            </a:endParaRPr>
          </a:p>
          <a:p>
            <a:pPr marL="342900" marR="0" lvl="0" indent="-342900" algn="l" defTabSz="914400" rtl="0" eaLnBrk="0" fontAlgn="base" latinLnBrk="0" hangingPunct="0">
              <a:lnSpc>
                <a:spcPct val="100000"/>
              </a:lnSpc>
              <a:spcBef>
                <a:spcPct val="20000"/>
              </a:spcBef>
              <a:spcAft>
                <a:spcPct val="0"/>
              </a:spcAft>
              <a:buClr>
                <a:srgbClr val="003366"/>
              </a:buClr>
              <a:buSzPct val="75000"/>
              <a:buFont typeface="Wingdings" panose="05000000000000000000" pitchFamily="2" charset="2"/>
              <a:buChar char="l"/>
              <a:tabLst/>
              <a:defRPr/>
            </a:pPr>
            <a:r>
              <a:rPr lang="en-IN" sz="2000" b="1" dirty="0">
                <a:solidFill>
                  <a:srgbClr val="003366"/>
                </a:solidFill>
                <a:latin typeface="Arial"/>
              </a:rPr>
              <a:t>Limitation of single neuron: </a:t>
            </a:r>
            <a:r>
              <a:rPr lang="en-IN" sz="1600" b="1" dirty="0">
                <a:solidFill>
                  <a:srgbClr val="003366"/>
                </a:solidFill>
                <a:latin typeface="Arial"/>
              </a:rPr>
              <a:t>Can solve only linearly separable two classification problem.</a:t>
            </a:r>
            <a:endParaRPr kumimoji="1" lang="en-IN" sz="1600" b="1" i="0" u="none" strike="noStrike" kern="1200" cap="none" spc="0" normalizeH="0" baseline="0" noProof="0" dirty="0">
              <a:ln>
                <a:noFill/>
              </a:ln>
              <a:solidFill>
                <a:srgbClr val="003366"/>
              </a:solidFill>
              <a:effectLst/>
              <a:uLnTx/>
              <a:uFillTx/>
              <a:latin typeface="Arial"/>
              <a:ea typeface="PMingLiU" panose="02020500000000000000" pitchFamily="18" charset="-120"/>
              <a:cs typeface="+mn-cs"/>
            </a:endParaRPr>
          </a:p>
          <a:p>
            <a:endParaRPr lang="en-IN" dirty="0"/>
          </a:p>
        </p:txBody>
      </p:sp>
      <p:sp>
        <p:nvSpPr>
          <p:cNvPr id="4" name="Slide Number Placeholder 3">
            <a:extLst>
              <a:ext uri="{FF2B5EF4-FFF2-40B4-BE49-F238E27FC236}">
                <a16:creationId xmlns:a16="http://schemas.microsoft.com/office/drawing/2014/main" id="{119D13C5-709F-4133-ADC5-95CF7883322F}"/>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AD681D7-8A59-4380-9311-10B86FF921AA}" type="slidenum">
              <a:rPr kumimoji="0" lang="en-US" altLang="zh-TW" sz="2600" b="1" i="0" u="none" strike="noStrike" kern="1200" cap="none" spc="0" normalizeH="0" baseline="0" noProof="0" smtClean="0">
                <a:ln>
                  <a:noFill/>
                </a:ln>
                <a:solidFill>
                  <a:srgbClr val="FFFFFF"/>
                </a:solidFill>
                <a:effectLst/>
                <a:uLnTx/>
                <a:uFillTx/>
                <a:latin typeface="Arial"/>
                <a:ea typeface="新細明體" panose="02020500000000000000" pitchFamily="18" charset="-120"/>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altLang="zh-TW" sz="2600" b="1" i="0" u="none" strike="noStrike" kern="1200" cap="none" spc="0" normalizeH="0" baseline="0" noProof="0">
              <a:ln>
                <a:noFill/>
              </a:ln>
              <a:solidFill>
                <a:srgbClr val="FFFFFF"/>
              </a:solidFill>
              <a:effectLst/>
              <a:uLnTx/>
              <a:uFillTx/>
              <a:latin typeface="Arial"/>
              <a:ea typeface="新細明體" panose="02020500000000000000" pitchFamily="18" charset="-120"/>
              <a:cs typeface="+mn-cs"/>
            </a:endParaRPr>
          </a:p>
        </p:txBody>
      </p:sp>
    </p:spTree>
    <p:extLst>
      <p:ext uri="{BB962C8B-B14F-4D97-AF65-F5344CB8AC3E}">
        <p14:creationId xmlns:p14="http://schemas.microsoft.com/office/powerpoint/2010/main" val="32743858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CA849-0F64-42D3-8ECE-401FA9814E82}"/>
              </a:ext>
            </a:extLst>
          </p:cNvPr>
          <p:cNvSpPr>
            <a:spLocks noGrp="1"/>
          </p:cNvSpPr>
          <p:nvPr>
            <p:ph type="title"/>
          </p:nvPr>
        </p:nvSpPr>
        <p:spPr/>
        <p:txBody>
          <a:bodyPr/>
          <a:lstStyle/>
          <a:p>
            <a:r>
              <a:rPr lang="en-IN" dirty="0"/>
              <a:t>Multilayer Neural Network:</a:t>
            </a:r>
            <a:br>
              <a:rPr lang="en-IN" dirty="0"/>
            </a:br>
            <a:r>
              <a:rPr lang="en-IN" sz="3200" dirty="0"/>
              <a:t>Error Back Propagation algorithm (EBPA)</a:t>
            </a:r>
          </a:p>
        </p:txBody>
      </p:sp>
      <p:sp>
        <p:nvSpPr>
          <p:cNvPr id="4" name="Slide Number Placeholder 3">
            <a:extLst>
              <a:ext uri="{FF2B5EF4-FFF2-40B4-BE49-F238E27FC236}">
                <a16:creationId xmlns:a16="http://schemas.microsoft.com/office/drawing/2014/main" id="{66ABEE2B-407C-4535-AEF7-0B74E80E54AC}"/>
              </a:ext>
            </a:extLst>
          </p:cNvPr>
          <p:cNvSpPr>
            <a:spLocks noGrp="1"/>
          </p:cNvSpPr>
          <p:nvPr>
            <p:ph type="sldNum" sz="quarter" idx="12"/>
          </p:nvPr>
        </p:nvSpPr>
        <p:spPr/>
        <p:txBody>
          <a:bodyPr/>
          <a:lstStyle/>
          <a:p>
            <a:pPr>
              <a:defRPr/>
            </a:pPr>
            <a:fld id="{9AD681D7-8A59-4380-9311-10B86FF921AA}" type="slidenum">
              <a:rPr lang="en-US" altLang="zh-TW" smtClean="0"/>
              <a:pPr>
                <a:defRPr/>
              </a:pPr>
              <a:t>26</a:t>
            </a:fld>
            <a:endParaRPr lang="en-US" altLang="zh-TW"/>
          </a:p>
        </p:txBody>
      </p:sp>
      <p:pic>
        <p:nvPicPr>
          <p:cNvPr id="6" name="Picture 5">
            <a:extLst>
              <a:ext uri="{FF2B5EF4-FFF2-40B4-BE49-F238E27FC236}">
                <a16:creationId xmlns:a16="http://schemas.microsoft.com/office/drawing/2014/main" id="{B907D149-13ED-4873-A179-D5F188085EDD}"/>
              </a:ext>
            </a:extLst>
          </p:cNvPr>
          <p:cNvPicPr>
            <a:picLocks noChangeAspect="1"/>
          </p:cNvPicPr>
          <p:nvPr/>
        </p:nvPicPr>
        <p:blipFill>
          <a:blip r:embed="rId2"/>
          <a:stretch>
            <a:fillRect/>
          </a:stretch>
        </p:blipFill>
        <p:spPr>
          <a:xfrm>
            <a:off x="112185" y="216569"/>
            <a:ext cx="11811110" cy="6514432"/>
          </a:xfrm>
          <a:prstGeom prst="rect">
            <a:avLst/>
          </a:prstGeom>
        </p:spPr>
      </p:pic>
    </p:spTree>
    <p:extLst>
      <p:ext uri="{BB962C8B-B14F-4D97-AF65-F5344CB8AC3E}">
        <p14:creationId xmlns:p14="http://schemas.microsoft.com/office/powerpoint/2010/main" val="3636929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768F4-D623-41DA-8107-8FD16A77A854}"/>
              </a:ext>
            </a:extLst>
          </p:cNvPr>
          <p:cNvSpPr>
            <a:spLocks noGrp="1"/>
          </p:cNvSpPr>
          <p:nvPr>
            <p:ph type="title"/>
          </p:nvPr>
        </p:nvSpPr>
        <p:spPr/>
        <p:txBody>
          <a:bodyPr/>
          <a:lstStyle/>
          <a:p>
            <a:r>
              <a:rPr kumimoji="1" lang="en-IN" sz="32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Error Back Propagation algorithm (EBPA)</a:t>
            </a:r>
            <a:endParaRPr lang="en-IN" dirty="0"/>
          </a:p>
        </p:txBody>
      </p:sp>
      <p:sp>
        <p:nvSpPr>
          <p:cNvPr id="3" name="Content Placeholder 2">
            <a:extLst>
              <a:ext uri="{FF2B5EF4-FFF2-40B4-BE49-F238E27FC236}">
                <a16:creationId xmlns:a16="http://schemas.microsoft.com/office/drawing/2014/main" id="{7697333A-91D3-4D84-9B19-17374495D384}"/>
              </a:ext>
            </a:extLst>
          </p:cNvPr>
          <p:cNvSpPr>
            <a:spLocks noGrp="1"/>
          </p:cNvSpPr>
          <p:nvPr>
            <p:ph idx="1"/>
          </p:nvPr>
        </p:nvSpPr>
        <p:spPr>
          <a:xfrm>
            <a:off x="1117601" y="2362201"/>
            <a:ext cx="11074399" cy="4368799"/>
          </a:xfrm>
        </p:spPr>
        <p:txBody>
          <a:bodyPr/>
          <a:lstStyle/>
          <a:p>
            <a:pPr marL="342900" marR="0" lvl="0" indent="-342900" algn="l" defTabSz="914400" rtl="0" eaLnBrk="0" fontAlgn="base" latinLnBrk="0" hangingPunct="0">
              <a:lnSpc>
                <a:spcPct val="100000"/>
              </a:lnSpc>
              <a:spcBef>
                <a:spcPct val="20000"/>
              </a:spcBef>
              <a:spcAft>
                <a:spcPct val="0"/>
              </a:spcAft>
              <a:buClr>
                <a:srgbClr val="003366"/>
              </a:buClr>
              <a:buSzPct val="75000"/>
              <a:buFont typeface="Wingdings" panose="05000000000000000000" pitchFamily="2" charset="2"/>
              <a:buChar char="l"/>
              <a:tabLst/>
              <a:defRPr/>
            </a:pPr>
            <a:r>
              <a:rPr kumimoji="1" lang="en-IN" sz="2400" b="0" i="0" u="none" strike="noStrike" kern="1200" cap="none" spc="0" normalizeH="0" baseline="0" noProof="0" dirty="0">
                <a:ln>
                  <a:noFill/>
                </a:ln>
                <a:solidFill>
                  <a:srgbClr val="003366"/>
                </a:solidFill>
                <a:effectLst/>
                <a:uLnTx/>
                <a:uFillTx/>
                <a:latin typeface="Arial"/>
                <a:ea typeface="PMingLiU" panose="02020500000000000000" pitchFamily="18" charset="-120"/>
                <a:cs typeface="+mn-cs"/>
              </a:rPr>
              <a:t>It is supervised algorithm.</a:t>
            </a:r>
          </a:p>
          <a:p>
            <a:pPr marL="342900" marR="0" lvl="0" indent="-342900" algn="l" defTabSz="914400" rtl="0" eaLnBrk="0" fontAlgn="base" latinLnBrk="0" hangingPunct="0">
              <a:lnSpc>
                <a:spcPct val="100000"/>
              </a:lnSpc>
              <a:spcBef>
                <a:spcPct val="20000"/>
              </a:spcBef>
              <a:spcAft>
                <a:spcPct val="0"/>
              </a:spcAft>
              <a:buClr>
                <a:srgbClr val="003366"/>
              </a:buClr>
              <a:buSzPct val="75000"/>
              <a:buFont typeface="Wingdings" panose="05000000000000000000" pitchFamily="2" charset="2"/>
              <a:buChar char="l"/>
              <a:tabLst/>
              <a:defRPr/>
            </a:pPr>
            <a:endParaRPr kumimoji="1" lang="en-IN" sz="2400" b="0" i="0" u="none" strike="noStrike" kern="1200" cap="none" spc="0" normalizeH="0" baseline="0" noProof="0" dirty="0">
              <a:ln>
                <a:noFill/>
              </a:ln>
              <a:solidFill>
                <a:srgbClr val="003366"/>
              </a:solidFill>
              <a:effectLst/>
              <a:uLnTx/>
              <a:uFillTx/>
              <a:latin typeface="Arial"/>
              <a:ea typeface="PMingLiU" panose="02020500000000000000" pitchFamily="18" charset="-120"/>
              <a:cs typeface="+mn-cs"/>
            </a:endParaRPr>
          </a:p>
          <a:p>
            <a:pPr marL="342900" marR="0" lvl="0" indent="-342900" algn="l" defTabSz="914400" rtl="0" eaLnBrk="0" fontAlgn="base" latinLnBrk="0" hangingPunct="0">
              <a:lnSpc>
                <a:spcPct val="100000"/>
              </a:lnSpc>
              <a:spcBef>
                <a:spcPct val="20000"/>
              </a:spcBef>
              <a:spcAft>
                <a:spcPct val="0"/>
              </a:spcAft>
              <a:buClr>
                <a:srgbClr val="003366"/>
              </a:buClr>
              <a:buSzPct val="75000"/>
              <a:buFont typeface="Wingdings" panose="05000000000000000000" pitchFamily="2" charset="2"/>
              <a:buChar char="l"/>
              <a:tabLst/>
              <a:defRPr/>
            </a:pPr>
            <a:r>
              <a:rPr lang="en-IN" sz="2400" dirty="0">
                <a:solidFill>
                  <a:srgbClr val="003366"/>
                </a:solidFill>
                <a:latin typeface="Arial"/>
              </a:rPr>
              <a:t>It works only for continuous neuron.</a:t>
            </a:r>
          </a:p>
          <a:p>
            <a:pPr marL="342900" marR="0" lvl="0" indent="-342900" algn="l" defTabSz="914400" rtl="0" eaLnBrk="0" fontAlgn="base" latinLnBrk="0" hangingPunct="0">
              <a:lnSpc>
                <a:spcPct val="100000"/>
              </a:lnSpc>
              <a:spcBef>
                <a:spcPct val="20000"/>
              </a:spcBef>
              <a:spcAft>
                <a:spcPct val="0"/>
              </a:spcAft>
              <a:buClr>
                <a:srgbClr val="003366"/>
              </a:buClr>
              <a:buSzPct val="75000"/>
              <a:buFont typeface="Wingdings" panose="05000000000000000000" pitchFamily="2" charset="2"/>
              <a:buChar char="l"/>
              <a:tabLst/>
              <a:defRPr/>
            </a:pPr>
            <a:endParaRPr lang="en-IN" sz="2400" dirty="0">
              <a:solidFill>
                <a:srgbClr val="003366"/>
              </a:solidFill>
              <a:latin typeface="Arial"/>
            </a:endParaRPr>
          </a:p>
          <a:p>
            <a:pPr marL="342900" marR="0" lvl="0" indent="-342900" algn="l" defTabSz="914400" rtl="0" eaLnBrk="0" fontAlgn="base" latinLnBrk="0" hangingPunct="0">
              <a:lnSpc>
                <a:spcPct val="100000"/>
              </a:lnSpc>
              <a:spcBef>
                <a:spcPct val="20000"/>
              </a:spcBef>
              <a:spcAft>
                <a:spcPct val="0"/>
              </a:spcAft>
              <a:buClr>
                <a:srgbClr val="003366"/>
              </a:buClr>
              <a:buSzPct val="75000"/>
              <a:buFont typeface="Wingdings" panose="05000000000000000000" pitchFamily="2" charset="2"/>
              <a:buChar char="l"/>
              <a:tabLst/>
              <a:defRPr/>
            </a:pPr>
            <a:r>
              <a:rPr lang="en-IN" sz="2400" dirty="0">
                <a:solidFill>
                  <a:srgbClr val="003366"/>
                </a:solidFill>
                <a:latin typeface="Arial"/>
              </a:rPr>
              <a:t>Its algorithm for multilayer neural network.</a:t>
            </a:r>
          </a:p>
          <a:p>
            <a:pPr marL="342900" marR="0" lvl="0" indent="-342900" algn="l" defTabSz="914400" rtl="0" eaLnBrk="0" fontAlgn="base" latinLnBrk="0" hangingPunct="0">
              <a:lnSpc>
                <a:spcPct val="100000"/>
              </a:lnSpc>
              <a:spcBef>
                <a:spcPct val="20000"/>
              </a:spcBef>
              <a:spcAft>
                <a:spcPct val="0"/>
              </a:spcAft>
              <a:buClr>
                <a:srgbClr val="003366"/>
              </a:buClr>
              <a:buSzPct val="75000"/>
              <a:buFont typeface="Wingdings" panose="05000000000000000000" pitchFamily="2" charset="2"/>
              <a:buChar char="l"/>
              <a:tabLst/>
              <a:defRPr/>
            </a:pPr>
            <a:endParaRPr lang="en-IN" sz="2400" dirty="0">
              <a:solidFill>
                <a:srgbClr val="003366"/>
              </a:solidFill>
              <a:latin typeface="Arial"/>
            </a:endParaRPr>
          </a:p>
          <a:p>
            <a:pPr marL="342900" marR="0" lvl="0" indent="-342900" algn="l" defTabSz="914400" rtl="0" eaLnBrk="0" fontAlgn="base" latinLnBrk="0" hangingPunct="0">
              <a:lnSpc>
                <a:spcPct val="100000"/>
              </a:lnSpc>
              <a:spcBef>
                <a:spcPct val="20000"/>
              </a:spcBef>
              <a:spcAft>
                <a:spcPct val="0"/>
              </a:spcAft>
              <a:buClr>
                <a:srgbClr val="003366"/>
              </a:buClr>
              <a:buSzPct val="75000"/>
              <a:buFont typeface="Wingdings" panose="05000000000000000000" pitchFamily="2" charset="2"/>
              <a:buChar char="l"/>
              <a:tabLst/>
              <a:defRPr/>
            </a:pPr>
            <a:r>
              <a:rPr lang="en-IN" sz="2400" b="1" dirty="0">
                <a:solidFill>
                  <a:srgbClr val="003366"/>
                </a:solidFill>
                <a:latin typeface="Arial"/>
              </a:rPr>
              <a:t>Goal: To modify the weights in such a way that output vector is as close as possible to desired output vector. </a:t>
            </a:r>
            <a:r>
              <a:rPr kumimoji="1" lang="en-IN" sz="2400" b="1" i="0" u="none" strike="noStrike" kern="1200" cap="none" spc="0" normalizeH="0" baseline="0" noProof="0" dirty="0">
                <a:ln>
                  <a:noFill/>
                </a:ln>
                <a:solidFill>
                  <a:srgbClr val="003366"/>
                </a:solidFill>
                <a:effectLst/>
                <a:uLnTx/>
                <a:uFillTx/>
                <a:latin typeface="Arial"/>
                <a:ea typeface="PMingLiU" panose="02020500000000000000" pitchFamily="18" charset="-120"/>
                <a:cs typeface="+mn-cs"/>
              </a:rPr>
              <a:t> </a:t>
            </a:r>
          </a:p>
          <a:p>
            <a:endParaRPr lang="en-IN" dirty="0"/>
          </a:p>
        </p:txBody>
      </p:sp>
      <p:sp>
        <p:nvSpPr>
          <p:cNvPr id="4" name="Slide Number Placeholder 3">
            <a:extLst>
              <a:ext uri="{FF2B5EF4-FFF2-40B4-BE49-F238E27FC236}">
                <a16:creationId xmlns:a16="http://schemas.microsoft.com/office/drawing/2014/main" id="{1CE7A456-5712-4338-8BB8-FF8EFA68C8F2}"/>
              </a:ext>
            </a:extLst>
          </p:cNvPr>
          <p:cNvSpPr>
            <a:spLocks noGrp="1"/>
          </p:cNvSpPr>
          <p:nvPr>
            <p:ph type="sldNum" sz="quarter" idx="12"/>
          </p:nvPr>
        </p:nvSpPr>
        <p:spPr/>
        <p:txBody>
          <a:bodyPr/>
          <a:lstStyle/>
          <a:p>
            <a:pPr>
              <a:defRPr/>
            </a:pPr>
            <a:fld id="{9AD681D7-8A59-4380-9311-10B86FF921AA}" type="slidenum">
              <a:rPr lang="en-US" altLang="zh-TW" smtClean="0"/>
              <a:pPr>
                <a:defRPr/>
              </a:pPr>
              <a:t>27</a:t>
            </a:fld>
            <a:endParaRPr lang="en-US" altLang="zh-TW"/>
          </a:p>
        </p:txBody>
      </p:sp>
    </p:spTree>
    <p:extLst>
      <p:ext uri="{BB962C8B-B14F-4D97-AF65-F5344CB8AC3E}">
        <p14:creationId xmlns:p14="http://schemas.microsoft.com/office/powerpoint/2010/main" val="29911969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8333B-4E50-48E8-834B-9BF5092F7CBE}"/>
              </a:ext>
            </a:extLst>
          </p:cNvPr>
          <p:cNvSpPr>
            <a:spLocks noGrp="1"/>
          </p:cNvSpPr>
          <p:nvPr>
            <p:ph type="title"/>
          </p:nvPr>
        </p:nvSpPr>
        <p:spPr/>
        <p:txBody>
          <a:bodyPr/>
          <a:lstStyle/>
          <a:p>
            <a:r>
              <a:rPr lang="en-IN" dirty="0"/>
              <a:t>Ideal Error Curve</a:t>
            </a:r>
          </a:p>
        </p:txBody>
      </p:sp>
      <p:sp>
        <p:nvSpPr>
          <p:cNvPr id="4" name="Slide Number Placeholder 3">
            <a:extLst>
              <a:ext uri="{FF2B5EF4-FFF2-40B4-BE49-F238E27FC236}">
                <a16:creationId xmlns:a16="http://schemas.microsoft.com/office/drawing/2014/main" id="{3647E0FA-D19A-4151-BE85-2C425FAF60F3}"/>
              </a:ext>
            </a:extLst>
          </p:cNvPr>
          <p:cNvSpPr>
            <a:spLocks noGrp="1"/>
          </p:cNvSpPr>
          <p:nvPr>
            <p:ph type="sldNum" sz="quarter" idx="12"/>
          </p:nvPr>
        </p:nvSpPr>
        <p:spPr/>
        <p:txBody>
          <a:bodyPr/>
          <a:lstStyle/>
          <a:p>
            <a:pPr>
              <a:defRPr/>
            </a:pPr>
            <a:fld id="{9AD681D7-8A59-4380-9311-10B86FF921AA}" type="slidenum">
              <a:rPr lang="en-US" altLang="zh-TW" smtClean="0"/>
              <a:pPr>
                <a:defRPr/>
              </a:pPr>
              <a:t>28</a:t>
            </a:fld>
            <a:endParaRPr lang="en-US" altLang="zh-TW"/>
          </a:p>
        </p:txBody>
      </p:sp>
      <p:pic>
        <p:nvPicPr>
          <p:cNvPr id="6" name="Picture 5">
            <a:extLst>
              <a:ext uri="{FF2B5EF4-FFF2-40B4-BE49-F238E27FC236}">
                <a16:creationId xmlns:a16="http://schemas.microsoft.com/office/drawing/2014/main" id="{1D772FA6-91DF-498B-9368-279A664C1968}"/>
              </a:ext>
            </a:extLst>
          </p:cNvPr>
          <p:cNvPicPr>
            <a:picLocks noChangeAspect="1"/>
          </p:cNvPicPr>
          <p:nvPr/>
        </p:nvPicPr>
        <p:blipFill rotWithShape="1">
          <a:blip r:embed="rId2"/>
          <a:srcRect l="16110" r="18037"/>
          <a:stretch/>
        </p:blipFill>
        <p:spPr>
          <a:xfrm>
            <a:off x="1016000" y="2325191"/>
            <a:ext cx="4770846" cy="4532810"/>
          </a:xfrm>
          <a:prstGeom prst="rect">
            <a:avLst/>
          </a:prstGeom>
          <a:solidFill>
            <a:schemeClr val="bg1"/>
          </a:solidFill>
          <a:ln w="12700">
            <a:solidFill>
              <a:srgbClr val="000000"/>
            </a:solidFill>
          </a:ln>
        </p:spPr>
      </p:pic>
      <p:pic>
        <p:nvPicPr>
          <p:cNvPr id="8" name="Picture 7">
            <a:extLst>
              <a:ext uri="{FF2B5EF4-FFF2-40B4-BE49-F238E27FC236}">
                <a16:creationId xmlns:a16="http://schemas.microsoft.com/office/drawing/2014/main" id="{578C9D26-4688-4EDD-9471-951A2CC2A6A2}"/>
              </a:ext>
            </a:extLst>
          </p:cNvPr>
          <p:cNvPicPr>
            <a:picLocks noChangeAspect="1"/>
          </p:cNvPicPr>
          <p:nvPr/>
        </p:nvPicPr>
        <p:blipFill rotWithShape="1">
          <a:blip r:embed="rId3"/>
          <a:srcRect l="5164" t="4235" r="2833"/>
          <a:stretch/>
        </p:blipFill>
        <p:spPr>
          <a:xfrm>
            <a:off x="6096000" y="2325190"/>
            <a:ext cx="5752011" cy="4532810"/>
          </a:xfrm>
          <a:prstGeom prst="rect">
            <a:avLst/>
          </a:prstGeom>
          <a:ln w="12700">
            <a:solidFill>
              <a:srgbClr val="000000"/>
            </a:solidFill>
          </a:ln>
        </p:spPr>
      </p:pic>
      <p:sp>
        <p:nvSpPr>
          <p:cNvPr id="9" name="TextBox 8">
            <a:extLst>
              <a:ext uri="{FF2B5EF4-FFF2-40B4-BE49-F238E27FC236}">
                <a16:creationId xmlns:a16="http://schemas.microsoft.com/office/drawing/2014/main" id="{33C353D4-918F-4320-9C98-3E52878480AE}"/>
              </a:ext>
            </a:extLst>
          </p:cNvPr>
          <p:cNvSpPr txBox="1"/>
          <p:nvPr/>
        </p:nvSpPr>
        <p:spPr>
          <a:xfrm>
            <a:off x="2638697" y="6392446"/>
            <a:ext cx="1741182" cy="338554"/>
          </a:xfrm>
          <a:prstGeom prst="rect">
            <a:avLst/>
          </a:prstGeom>
          <a:noFill/>
        </p:spPr>
        <p:txBody>
          <a:bodyPr wrap="none" rtlCol="0">
            <a:spAutoFit/>
          </a:bodyPr>
          <a:lstStyle/>
          <a:p>
            <a:r>
              <a:rPr lang="en-IN" sz="1600" i="1" dirty="0" err="1"/>
              <a:t>Wf</a:t>
            </a:r>
            <a:r>
              <a:rPr lang="en-IN" sz="1600" i="1" dirty="0"/>
              <a:t>= final weights</a:t>
            </a:r>
          </a:p>
        </p:txBody>
      </p:sp>
    </p:spTree>
    <p:extLst>
      <p:ext uri="{BB962C8B-B14F-4D97-AF65-F5344CB8AC3E}">
        <p14:creationId xmlns:p14="http://schemas.microsoft.com/office/powerpoint/2010/main" val="25062968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2E86B-8428-4C90-8CE0-EA3375162B47}"/>
              </a:ext>
            </a:extLst>
          </p:cNvPr>
          <p:cNvSpPr>
            <a:spLocks noGrp="1"/>
          </p:cNvSpPr>
          <p:nvPr>
            <p:ph type="title"/>
          </p:nvPr>
        </p:nvSpPr>
        <p:spPr/>
        <p:txBody>
          <a:bodyPr/>
          <a:lstStyle/>
          <a:p>
            <a:r>
              <a:rPr kumimoji="1" lang="en-IN" sz="32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Error Back Propagation algorithm (EBPA)</a:t>
            </a:r>
            <a:endParaRPr lang="en-IN" dirty="0"/>
          </a:p>
        </p:txBody>
      </p:sp>
      <p:sp>
        <p:nvSpPr>
          <p:cNvPr id="3" name="Content Placeholder 2">
            <a:extLst>
              <a:ext uri="{FF2B5EF4-FFF2-40B4-BE49-F238E27FC236}">
                <a16:creationId xmlns:a16="http://schemas.microsoft.com/office/drawing/2014/main" id="{2943319A-C3BA-4290-B152-B567E94F5327}"/>
              </a:ext>
            </a:extLst>
          </p:cNvPr>
          <p:cNvSpPr>
            <a:spLocks noGrp="1"/>
          </p:cNvSpPr>
          <p:nvPr>
            <p:ph idx="1"/>
          </p:nvPr>
        </p:nvSpPr>
        <p:spPr>
          <a:xfrm>
            <a:off x="1123406" y="2362201"/>
            <a:ext cx="10251562" cy="4495799"/>
          </a:xfrm>
        </p:spPr>
        <p:txBody>
          <a:bodyPr/>
          <a:lstStyle/>
          <a:p>
            <a:pPr marL="0" indent="0">
              <a:buNone/>
            </a:pPr>
            <a:r>
              <a:rPr lang="en-IN" sz="2400" b="1" dirty="0"/>
              <a:t>Network Architecture:</a:t>
            </a:r>
          </a:p>
          <a:p>
            <a:r>
              <a:rPr lang="en-IN" sz="2000" dirty="0"/>
              <a:t>It has input layer(</a:t>
            </a:r>
            <a:r>
              <a:rPr lang="en-IN" sz="2000" dirty="0" err="1"/>
              <a:t>zI</a:t>
            </a:r>
            <a:r>
              <a:rPr lang="en-IN" sz="2000" dirty="0"/>
              <a:t>), hidden layer (</a:t>
            </a:r>
            <a:r>
              <a:rPr lang="en-IN" sz="2000" dirty="0" err="1"/>
              <a:t>yI</a:t>
            </a:r>
            <a:r>
              <a:rPr lang="en-IN" sz="2000" dirty="0"/>
              <a:t> neurons) and output layer (</a:t>
            </a:r>
            <a:r>
              <a:rPr lang="en-IN" sz="2000" dirty="0" err="1"/>
              <a:t>oK</a:t>
            </a:r>
            <a:r>
              <a:rPr lang="en-IN" sz="2000" dirty="0"/>
              <a:t> neurons).</a:t>
            </a:r>
          </a:p>
          <a:p>
            <a:endParaRPr lang="en-IN" sz="2000" dirty="0"/>
          </a:p>
          <a:p>
            <a:r>
              <a:rPr lang="en-IN" sz="2000" dirty="0" err="1"/>
              <a:t>vji</a:t>
            </a:r>
            <a:r>
              <a:rPr lang="en-IN" sz="2000" dirty="0"/>
              <a:t> are the connection weights from input layer to hidden layer and </a:t>
            </a:r>
            <a:r>
              <a:rPr lang="en-IN" sz="2000" dirty="0" err="1"/>
              <a:t>wkj</a:t>
            </a:r>
            <a:r>
              <a:rPr lang="en-IN" sz="2000" dirty="0"/>
              <a:t> are connection weights from hidden layer to output.</a:t>
            </a:r>
          </a:p>
          <a:p>
            <a:endParaRPr lang="en-IN" sz="2000" dirty="0"/>
          </a:p>
          <a:p>
            <a:r>
              <a:rPr lang="en-IN" sz="2000" dirty="0"/>
              <a:t>The number of hidden layers can be more than one and number of neurons in every hidden layer can be different. </a:t>
            </a:r>
          </a:p>
          <a:p>
            <a:endParaRPr lang="en-IN" sz="2000" dirty="0"/>
          </a:p>
          <a:p>
            <a:r>
              <a:rPr lang="en-IN" sz="2000" dirty="0"/>
              <a:t>Every neuron in the network can have different activation function of number of neurons can have same activation function.</a:t>
            </a:r>
          </a:p>
          <a:p>
            <a:endParaRPr lang="en-IN" dirty="0"/>
          </a:p>
          <a:p>
            <a:endParaRPr lang="en-IN" dirty="0"/>
          </a:p>
        </p:txBody>
      </p:sp>
      <p:sp>
        <p:nvSpPr>
          <p:cNvPr id="4" name="Slide Number Placeholder 3">
            <a:extLst>
              <a:ext uri="{FF2B5EF4-FFF2-40B4-BE49-F238E27FC236}">
                <a16:creationId xmlns:a16="http://schemas.microsoft.com/office/drawing/2014/main" id="{3FEDF397-C914-43CE-A428-E8CB22D2288E}"/>
              </a:ext>
            </a:extLst>
          </p:cNvPr>
          <p:cNvSpPr>
            <a:spLocks noGrp="1"/>
          </p:cNvSpPr>
          <p:nvPr>
            <p:ph type="sldNum" sz="quarter" idx="12"/>
          </p:nvPr>
        </p:nvSpPr>
        <p:spPr/>
        <p:txBody>
          <a:bodyPr/>
          <a:lstStyle/>
          <a:p>
            <a:pPr>
              <a:defRPr/>
            </a:pPr>
            <a:fld id="{9AD681D7-8A59-4380-9311-10B86FF921AA}" type="slidenum">
              <a:rPr lang="en-US" altLang="zh-TW" smtClean="0"/>
              <a:pPr>
                <a:defRPr/>
              </a:pPr>
              <a:t>29</a:t>
            </a:fld>
            <a:endParaRPr lang="en-US" altLang="zh-TW"/>
          </a:p>
        </p:txBody>
      </p:sp>
    </p:spTree>
    <p:extLst>
      <p:ext uri="{BB962C8B-B14F-4D97-AF65-F5344CB8AC3E}">
        <p14:creationId xmlns:p14="http://schemas.microsoft.com/office/powerpoint/2010/main" val="38757912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E4D14-B7EE-4C7B-A45D-95CE45B5B7DB}"/>
              </a:ext>
            </a:extLst>
          </p:cNvPr>
          <p:cNvSpPr>
            <a:spLocks noGrp="1"/>
          </p:cNvSpPr>
          <p:nvPr>
            <p:ph type="title"/>
          </p:nvPr>
        </p:nvSpPr>
        <p:spPr/>
        <p:txBody>
          <a:bodyPr/>
          <a:lstStyle/>
          <a:p>
            <a:r>
              <a:rPr kumimoji="1" lang="en-IN" sz="32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Error Back Propagation algorithm (EBPA)</a:t>
            </a:r>
            <a:endParaRPr lang="en-IN" dirty="0"/>
          </a:p>
        </p:txBody>
      </p:sp>
      <p:sp>
        <p:nvSpPr>
          <p:cNvPr id="4" name="Slide Number Placeholder 3">
            <a:extLst>
              <a:ext uri="{FF2B5EF4-FFF2-40B4-BE49-F238E27FC236}">
                <a16:creationId xmlns:a16="http://schemas.microsoft.com/office/drawing/2014/main" id="{AFFCAE98-2F0F-48E7-8F53-B163DCBD909A}"/>
              </a:ext>
            </a:extLst>
          </p:cNvPr>
          <p:cNvSpPr>
            <a:spLocks noGrp="1"/>
          </p:cNvSpPr>
          <p:nvPr>
            <p:ph type="sldNum" sz="quarter" idx="12"/>
          </p:nvPr>
        </p:nvSpPr>
        <p:spPr/>
        <p:txBody>
          <a:bodyPr/>
          <a:lstStyle/>
          <a:p>
            <a:pPr>
              <a:defRPr/>
            </a:pPr>
            <a:fld id="{9AD681D7-8A59-4380-9311-10B86FF921AA}" type="slidenum">
              <a:rPr lang="en-US" altLang="zh-TW" smtClean="0"/>
              <a:pPr>
                <a:defRPr/>
              </a:pPr>
              <a:t>30</a:t>
            </a:fld>
            <a:endParaRPr lang="en-US" altLang="zh-TW"/>
          </a:p>
        </p:txBody>
      </p:sp>
      <p:pic>
        <p:nvPicPr>
          <p:cNvPr id="6" name="Picture 5">
            <a:extLst>
              <a:ext uri="{FF2B5EF4-FFF2-40B4-BE49-F238E27FC236}">
                <a16:creationId xmlns:a16="http://schemas.microsoft.com/office/drawing/2014/main" id="{BA7A045A-C2DB-4F76-BCA8-A961EC8841C2}"/>
              </a:ext>
            </a:extLst>
          </p:cNvPr>
          <p:cNvPicPr>
            <a:picLocks noChangeAspect="1"/>
          </p:cNvPicPr>
          <p:nvPr/>
        </p:nvPicPr>
        <p:blipFill rotWithShape="1">
          <a:blip r:embed="rId2"/>
          <a:srcRect b="16811"/>
          <a:stretch/>
        </p:blipFill>
        <p:spPr>
          <a:xfrm>
            <a:off x="1145177" y="1162594"/>
            <a:ext cx="9196251" cy="4532811"/>
          </a:xfrm>
          <a:prstGeom prst="rect">
            <a:avLst/>
          </a:prstGeom>
        </p:spPr>
      </p:pic>
    </p:spTree>
    <p:extLst>
      <p:ext uri="{BB962C8B-B14F-4D97-AF65-F5344CB8AC3E}">
        <p14:creationId xmlns:p14="http://schemas.microsoft.com/office/powerpoint/2010/main" val="14522915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AEE2F-73E2-4B5B-893A-157FE7EEE735}"/>
              </a:ext>
            </a:extLst>
          </p:cNvPr>
          <p:cNvSpPr>
            <a:spLocks noGrp="1"/>
          </p:cNvSpPr>
          <p:nvPr>
            <p:ph type="title"/>
          </p:nvPr>
        </p:nvSpPr>
        <p:spPr/>
        <p:txBody>
          <a:bodyPr/>
          <a:lstStyle/>
          <a:p>
            <a:r>
              <a:rPr kumimoji="1" lang="en-IN" sz="32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Error Back Propagation algorithm (EBPA)</a:t>
            </a:r>
            <a:endParaRPr lang="en-IN" dirty="0"/>
          </a:p>
        </p:txBody>
      </p:sp>
      <p:sp>
        <p:nvSpPr>
          <p:cNvPr id="3" name="Content Placeholder 2">
            <a:extLst>
              <a:ext uri="{FF2B5EF4-FFF2-40B4-BE49-F238E27FC236}">
                <a16:creationId xmlns:a16="http://schemas.microsoft.com/office/drawing/2014/main" id="{677CC826-8744-4844-818B-60DAD06C5EA9}"/>
              </a:ext>
            </a:extLst>
          </p:cNvPr>
          <p:cNvSpPr>
            <a:spLocks noGrp="1"/>
          </p:cNvSpPr>
          <p:nvPr>
            <p:ph idx="1"/>
          </p:nvPr>
        </p:nvSpPr>
        <p:spPr>
          <a:xfrm>
            <a:off x="1170516" y="2610396"/>
            <a:ext cx="10257367" cy="3724275"/>
          </a:xfrm>
        </p:spPr>
        <p:txBody>
          <a:bodyPr/>
          <a:lstStyle/>
          <a:p>
            <a:r>
              <a:rPr lang="en-IN" sz="2000" dirty="0"/>
              <a:t>In the diagram shaded area shows forward pass and plain area shows backward pass.</a:t>
            </a:r>
          </a:p>
          <a:p>
            <a:endParaRPr lang="en-IN" sz="2000" dirty="0"/>
          </a:p>
          <a:p>
            <a:r>
              <a:rPr lang="en-IN" sz="2000" dirty="0"/>
              <a:t>The signal moves in the forward direction while the error moves in the backwards. </a:t>
            </a:r>
          </a:p>
          <a:p>
            <a:endParaRPr lang="en-IN" sz="2000" dirty="0"/>
          </a:p>
          <a:p>
            <a:r>
              <a:rPr lang="en-IN" sz="2000" b="1" dirty="0"/>
              <a:t>Why the name EBPA?</a:t>
            </a:r>
          </a:p>
          <a:p>
            <a:pPr marL="352425" indent="0">
              <a:buNone/>
            </a:pPr>
            <a:r>
              <a:rPr lang="en-IN" sz="1800" dirty="0"/>
              <a:t>Each output unit compares actual output with expected output to determine associated error for that pattern. Based on the error </a:t>
            </a:r>
            <a:r>
              <a:rPr lang="en-IN" sz="1800" dirty="0" err="1"/>
              <a:t>ɗk</a:t>
            </a:r>
            <a:r>
              <a:rPr lang="en-IN" sz="1800" dirty="0"/>
              <a:t> factor is calculated and it is used to distribute the error at the output layer back to all units in the previous layer. </a:t>
            </a:r>
          </a:p>
          <a:p>
            <a:endParaRPr lang="en-IN" sz="2000" dirty="0"/>
          </a:p>
        </p:txBody>
      </p:sp>
      <p:sp>
        <p:nvSpPr>
          <p:cNvPr id="4" name="Slide Number Placeholder 3">
            <a:extLst>
              <a:ext uri="{FF2B5EF4-FFF2-40B4-BE49-F238E27FC236}">
                <a16:creationId xmlns:a16="http://schemas.microsoft.com/office/drawing/2014/main" id="{7CEC666B-26E5-4454-9B0F-28BA1E1AD59D}"/>
              </a:ext>
            </a:extLst>
          </p:cNvPr>
          <p:cNvSpPr>
            <a:spLocks noGrp="1"/>
          </p:cNvSpPr>
          <p:nvPr>
            <p:ph type="sldNum" sz="quarter" idx="12"/>
          </p:nvPr>
        </p:nvSpPr>
        <p:spPr/>
        <p:txBody>
          <a:bodyPr/>
          <a:lstStyle/>
          <a:p>
            <a:pPr>
              <a:defRPr/>
            </a:pPr>
            <a:fld id="{9AD681D7-8A59-4380-9311-10B86FF921AA}" type="slidenum">
              <a:rPr lang="en-US" altLang="zh-TW" smtClean="0"/>
              <a:pPr>
                <a:defRPr/>
              </a:pPr>
              <a:t>31</a:t>
            </a:fld>
            <a:endParaRPr lang="en-US" altLang="zh-TW"/>
          </a:p>
        </p:txBody>
      </p:sp>
    </p:spTree>
    <p:extLst>
      <p:ext uri="{BB962C8B-B14F-4D97-AF65-F5344CB8AC3E}">
        <p14:creationId xmlns:p14="http://schemas.microsoft.com/office/powerpoint/2010/main" val="5513687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C25E0-1CE8-4774-A85C-55209B977140}"/>
              </a:ext>
            </a:extLst>
          </p:cNvPr>
          <p:cNvSpPr>
            <a:spLocks noGrp="1"/>
          </p:cNvSpPr>
          <p:nvPr>
            <p:ph type="title"/>
          </p:nvPr>
        </p:nvSpPr>
        <p:spPr/>
        <p:txBody>
          <a:bodyPr/>
          <a:lstStyle/>
          <a:p>
            <a:r>
              <a:rPr kumimoji="1" lang="en-IN" sz="32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Error Back Propagation algorithm (EBPA)</a:t>
            </a:r>
            <a:endParaRPr lang="en-IN" dirty="0"/>
          </a:p>
        </p:txBody>
      </p:sp>
      <p:sp>
        <p:nvSpPr>
          <p:cNvPr id="3" name="Content Placeholder 2">
            <a:extLst>
              <a:ext uri="{FF2B5EF4-FFF2-40B4-BE49-F238E27FC236}">
                <a16:creationId xmlns:a16="http://schemas.microsoft.com/office/drawing/2014/main" id="{13232628-54DE-4C02-98C5-13DB9B1D62E2}"/>
              </a:ext>
            </a:extLst>
          </p:cNvPr>
          <p:cNvSpPr>
            <a:spLocks noGrp="1"/>
          </p:cNvSpPr>
          <p:nvPr>
            <p:ph idx="1"/>
          </p:nvPr>
        </p:nvSpPr>
        <p:spPr>
          <a:xfrm>
            <a:off x="1170516" y="2371724"/>
            <a:ext cx="10257367" cy="4486275"/>
          </a:xfrm>
        </p:spPr>
        <p:txBody>
          <a:bodyPr/>
          <a:lstStyle/>
          <a:p>
            <a:pPr marR="0" lvl="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altLang="en-US" sz="1800" dirty="0"/>
              <a:t>Random values are chosen for hidden layer and output layer connection weights.</a:t>
            </a:r>
          </a:p>
          <a:p>
            <a:pPr marR="0" lvl="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lang="en-US" altLang="en-US" sz="1800" dirty="0"/>
          </a:p>
          <a:p>
            <a:pPr marR="0" lvl="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altLang="en-US" sz="1800" dirty="0"/>
              <a:t>Outputs of hidden layer nodes are determined on basis of input patterns and assumed connection weights of hidden layers.</a:t>
            </a:r>
          </a:p>
          <a:p>
            <a:pPr marR="0" lvl="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lang="en-US" altLang="en-US" sz="1800" dirty="0"/>
          </a:p>
          <a:p>
            <a:pPr eaLnBrk="1" hangingPunct="1">
              <a:spcBef>
                <a:spcPct val="0"/>
              </a:spcBef>
              <a:buClrTx/>
              <a:buSzTx/>
              <a:buFont typeface="Arial" panose="020B0604020202020204" pitchFamily="34" charset="0"/>
              <a:buChar char="•"/>
              <a:defRPr/>
            </a:pPr>
            <a:r>
              <a:rPr lang="en-US" altLang="en-US" sz="1800" dirty="0"/>
              <a:t>Outputs of output layer nodes are determined on the basis of outputs of hidden layer nodes and assumed connection weights for output layer.</a:t>
            </a:r>
          </a:p>
          <a:p>
            <a:pPr eaLnBrk="1" hangingPunct="1">
              <a:spcBef>
                <a:spcPct val="0"/>
              </a:spcBef>
              <a:buClrTx/>
              <a:buSzTx/>
              <a:buFont typeface="Arial" panose="020B0604020202020204" pitchFamily="34" charset="0"/>
              <a:buChar char="•"/>
              <a:defRPr/>
            </a:pPr>
            <a:endParaRPr lang="en-US" altLang="en-US" sz="1800" dirty="0"/>
          </a:p>
          <a:p>
            <a:pPr eaLnBrk="1" hangingPunct="1">
              <a:spcBef>
                <a:spcPct val="0"/>
              </a:spcBef>
              <a:buClrTx/>
              <a:buSzTx/>
              <a:buFont typeface="Arial" panose="020B0604020202020204" pitchFamily="34" charset="0"/>
              <a:buChar char="•"/>
              <a:defRPr/>
            </a:pPr>
            <a:r>
              <a:rPr lang="en-US" altLang="en-US" sz="1800" dirty="0"/>
              <a:t>Weights of output layer are updated first based on gradient descent rule applied to output nodes.</a:t>
            </a:r>
          </a:p>
          <a:p>
            <a:pPr eaLnBrk="1" hangingPunct="1">
              <a:spcBef>
                <a:spcPct val="0"/>
              </a:spcBef>
              <a:buClrTx/>
              <a:buSzTx/>
              <a:buFont typeface="Arial" panose="020B0604020202020204" pitchFamily="34" charset="0"/>
              <a:buChar char="•"/>
              <a:defRPr/>
            </a:pPr>
            <a:endParaRPr lang="en-US" altLang="en-US" sz="1800" dirty="0"/>
          </a:p>
          <a:p>
            <a:pPr marR="0" lvl="0" defTabSz="914400" eaLnBrk="1" latinLnBrk="0" hangingPunct="1">
              <a:lnSpc>
                <a:spcPct val="100000"/>
              </a:lnSpc>
              <a:spcBef>
                <a:spcPct val="0"/>
              </a:spcBef>
              <a:buClrTx/>
              <a:buSzTx/>
              <a:buFont typeface="Arial" panose="020B0604020202020204" pitchFamily="34" charset="0"/>
              <a:buChar char="•"/>
              <a:tabLst/>
              <a:defRPr/>
            </a:pPr>
            <a:r>
              <a:rPr lang="en-US" altLang="en-US" sz="1800" dirty="0"/>
              <a:t>Followed by updating weights of hidden layer based on gradient descent applied to hidden node.</a:t>
            </a:r>
          </a:p>
          <a:p>
            <a:pPr marR="0" lvl="0" defTabSz="914400" eaLnBrk="1" latinLnBrk="0" hangingPunct="1">
              <a:lnSpc>
                <a:spcPct val="100000"/>
              </a:lnSpc>
              <a:spcBef>
                <a:spcPct val="0"/>
              </a:spcBef>
              <a:buClrTx/>
              <a:buSzTx/>
              <a:buFont typeface="Arial" panose="020B0604020202020204" pitchFamily="34" charset="0"/>
              <a:buChar char="•"/>
              <a:tabLst/>
              <a:defRPr/>
            </a:pPr>
            <a:endParaRPr lang="en-US" altLang="en-US" sz="1800" dirty="0"/>
          </a:p>
          <a:p>
            <a:pPr marR="0" lvl="0" defTabSz="914400" eaLnBrk="1" latinLnBrk="0" hangingPunct="1">
              <a:lnSpc>
                <a:spcPct val="100000"/>
              </a:lnSpc>
              <a:spcBef>
                <a:spcPct val="0"/>
              </a:spcBef>
              <a:buClrTx/>
              <a:buSzTx/>
              <a:buFont typeface="Arial" panose="020B0604020202020204" pitchFamily="34" charset="0"/>
              <a:buChar char="•"/>
              <a:tabLst/>
              <a:defRPr/>
            </a:pPr>
            <a:r>
              <a:rPr lang="en-US" altLang="en-US" sz="1800" dirty="0"/>
              <a:t>Process repeated till convergence is reached. (error within limits).</a:t>
            </a:r>
          </a:p>
          <a:p>
            <a:pPr eaLnBrk="1" hangingPunct="1">
              <a:spcBef>
                <a:spcPct val="0"/>
              </a:spcBef>
              <a:buClrTx/>
              <a:buSzTx/>
              <a:buFont typeface="Arial" panose="020B0604020202020204" pitchFamily="34" charset="0"/>
              <a:buChar char="•"/>
              <a:defRPr/>
            </a:pPr>
            <a:endParaRPr lang="en-US" altLang="en-US" sz="1800" dirty="0"/>
          </a:p>
          <a:p>
            <a:endParaRPr lang="en-IN" dirty="0"/>
          </a:p>
        </p:txBody>
      </p:sp>
      <p:sp>
        <p:nvSpPr>
          <p:cNvPr id="4" name="Slide Number Placeholder 3">
            <a:extLst>
              <a:ext uri="{FF2B5EF4-FFF2-40B4-BE49-F238E27FC236}">
                <a16:creationId xmlns:a16="http://schemas.microsoft.com/office/drawing/2014/main" id="{BCD5B1C1-8C01-4BD4-962B-C5657A5AC893}"/>
              </a:ext>
            </a:extLst>
          </p:cNvPr>
          <p:cNvSpPr>
            <a:spLocks noGrp="1"/>
          </p:cNvSpPr>
          <p:nvPr>
            <p:ph type="sldNum" sz="quarter" idx="12"/>
          </p:nvPr>
        </p:nvSpPr>
        <p:spPr/>
        <p:txBody>
          <a:bodyPr/>
          <a:lstStyle/>
          <a:p>
            <a:pPr>
              <a:defRPr/>
            </a:pPr>
            <a:fld id="{9AD681D7-8A59-4380-9311-10B86FF921AA}" type="slidenum">
              <a:rPr lang="en-US" altLang="zh-TW" smtClean="0"/>
              <a:pPr>
                <a:defRPr/>
              </a:pPr>
              <a:t>32</a:t>
            </a:fld>
            <a:endParaRPr lang="en-US" altLang="zh-TW"/>
          </a:p>
        </p:txBody>
      </p:sp>
    </p:spTree>
    <p:extLst>
      <p:ext uri="{BB962C8B-B14F-4D97-AF65-F5344CB8AC3E}">
        <p14:creationId xmlns:p14="http://schemas.microsoft.com/office/powerpoint/2010/main" val="24372584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23343-0194-4837-82DA-9A9BE481103F}"/>
              </a:ext>
            </a:extLst>
          </p:cNvPr>
          <p:cNvSpPr>
            <a:spLocks noGrp="1"/>
          </p:cNvSpPr>
          <p:nvPr>
            <p:ph type="title"/>
          </p:nvPr>
        </p:nvSpPr>
        <p:spPr>
          <a:xfrm>
            <a:off x="872582" y="346233"/>
            <a:ext cx="3460931" cy="1143000"/>
          </a:xfrm>
        </p:spPr>
        <p:txBody>
          <a:bodyPr/>
          <a:lstStyle/>
          <a:p>
            <a:r>
              <a:rPr kumimoji="1" lang="en-IN" sz="32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EBPA Flowchart</a:t>
            </a:r>
            <a:endParaRPr lang="en-IN" dirty="0"/>
          </a:p>
        </p:txBody>
      </p:sp>
      <p:sp>
        <p:nvSpPr>
          <p:cNvPr id="4" name="Slide Number Placeholder 3">
            <a:extLst>
              <a:ext uri="{FF2B5EF4-FFF2-40B4-BE49-F238E27FC236}">
                <a16:creationId xmlns:a16="http://schemas.microsoft.com/office/drawing/2014/main" id="{54F0A759-4AA4-447B-80CF-31AF9DF4FB1E}"/>
              </a:ext>
            </a:extLst>
          </p:cNvPr>
          <p:cNvSpPr>
            <a:spLocks noGrp="1"/>
          </p:cNvSpPr>
          <p:nvPr>
            <p:ph type="sldNum" sz="quarter" idx="12"/>
          </p:nvPr>
        </p:nvSpPr>
        <p:spPr/>
        <p:txBody>
          <a:bodyPr/>
          <a:lstStyle/>
          <a:p>
            <a:pPr>
              <a:defRPr/>
            </a:pPr>
            <a:fld id="{9AD681D7-8A59-4380-9311-10B86FF921AA}" type="slidenum">
              <a:rPr lang="en-US" altLang="zh-TW" smtClean="0"/>
              <a:pPr>
                <a:defRPr/>
              </a:pPr>
              <a:t>33</a:t>
            </a:fld>
            <a:endParaRPr lang="en-US" altLang="zh-TW"/>
          </a:p>
        </p:txBody>
      </p:sp>
      <p:pic>
        <p:nvPicPr>
          <p:cNvPr id="6" name="Picture 5">
            <a:extLst>
              <a:ext uri="{FF2B5EF4-FFF2-40B4-BE49-F238E27FC236}">
                <a16:creationId xmlns:a16="http://schemas.microsoft.com/office/drawing/2014/main" id="{A13452B0-70AA-4569-BCD6-C2C01CDFBFE3}"/>
              </a:ext>
            </a:extLst>
          </p:cNvPr>
          <p:cNvPicPr>
            <a:picLocks noChangeAspect="1"/>
          </p:cNvPicPr>
          <p:nvPr/>
        </p:nvPicPr>
        <p:blipFill rotWithShape="1">
          <a:blip r:embed="rId2"/>
          <a:srcRect l="9448" t="1359" r="3204"/>
          <a:stretch/>
        </p:blipFill>
        <p:spPr>
          <a:xfrm>
            <a:off x="4333513" y="587828"/>
            <a:ext cx="8045193" cy="6858000"/>
          </a:xfrm>
          <a:prstGeom prst="rect">
            <a:avLst/>
          </a:prstGeom>
        </p:spPr>
      </p:pic>
    </p:spTree>
    <p:extLst>
      <p:ext uri="{BB962C8B-B14F-4D97-AF65-F5344CB8AC3E}">
        <p14:creationId xmlns:p14="http://schemas.microsoft.com/office/powerpoint/2010/main" val="2309280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F8C4B-D9AF-4142-949C-A752BDED1B6C}"/>
              </a:ext>
            </a:extLst>
          </p:cNvPr>
          <p:cNvSpPr>
            <a:spLocks noGrp="1"/>
          </p:cNvSpPr>
          <p:nvPr>
            <p:ph type="title"/>
          </p:nvPr>
        </p:nvSpPr>
        <p:spPr>
          <a:xfrm>
            <a:off x="1016000" y="762000"/>
            <a:ext cx="3216366" cy="1143000"/>
          </a:xfrm>
        </p:spPr>
        <p:txBody>
          <a:bodyPr/>
          <a:lstStyle/>
          <a:p>
            <a:r>
              <a:rPr kumimoji="1" lang="en-IN" sz="32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EBPA working</a:t>
            </a:r>
            <a:endParaRPr lang="en-IN" dirty="0"/>
          </a:p>
        </p:txBody>
      </p:sp>
      <p:pic>
        <p:nvPicPr>
          <p:cNvPr id="6" name="Content Placeholder 5">
            <a:extLst>
              <a:ext uri="{FF2B5EF4-FFF2-40B4-BE49-F238E27FC236}">
                <a16:creationId xmlns:a16="http://schemas.microsoft.com/office/drawing/2014/main" id="{AD9EA9DC-C06E-45C3-9A86-E70B8ADCAEFE}"/>
              </a:ext>
            </a:extLst>
          </p:cNvPr>
          <p:cNvPicPr>
            <a:picLocks noGrp="1" noChangeAspect="1"/>
          </p:cNvPicPr>
          <p:nvPr>
            <p:ph idx="1"/>
          </p:nvPr>
        </p:nvPicPr>
        <p:blipFill rotWithShape="1">
          <a:blip r:embed="rId2"/>
          <a:srcRect t="15493"/>
          <a:stretch/>
        </p:blipFill>
        <p:spPr>
          <a:xfrm>
            <a:off x="4467498" y="202157"/>
            <a:ext cx="7445828" cy="2070780"/>
          </a:xfrm>
        </p:spPr>
      </p:pic>
      <p:sp>
        <p:nvSpPr>
          <p:cNvPr id="4" name="Slide Number Placeholder 3">
            <a:extLst>
              <a:ext uri="{FF2B5EF4-FFF2-40B4-BE49-F238E27FC236}">
                <a16:creationId xmlns:a16="http://schemas.microsoft.com/office/drawing/2014/main" id="{9FFFA744-237B-468D-A9E1-42AEF982B895}"/>
              </a:ext>
            </a:extLst>
          </p:cNvPr>
          <p:cNvSpPr>
            <a:spLocks noGrp="1"/>
          </p:cNvSpPr>
          <p:nvPr>
            <p:ph type="sldNum" sz="quarter" idx="12"/>
          </p:nvPr>
        </p:nvSpPr>
        <p:spPr/>
        <p:txBody>
          <a:bodyPr/>
          <a:lstStyle/>
          <a:p>
            <a:pPr>
              <a:defRPr/>
            </a:pPr>
            <a:fld id="{9AD681D7-8A59-4380-9311-10B86FF921AA}" type="slidenum">
              <a:rPr lang="en-US" altLang="zh-TW" smtClean="0"/>
              <a:pPr>
                <a:defRPr/>
              </a:pPr>
              <a:t>34</a:t>
            </a:fld>
            <a:endParaRPr lang="en-US" altLang="zh-TW"/>
          </a:p>
        </p:txBody>
      </p:sp>
      <p:pic>
        <p:nvPicPr>
          <p:cNvPr id="8" name="Picture 7">
            <a:extLst>
              <a:ext uri="{FF2B5EF4-FFF2-40B4-BE49-F238E27FC236}">
                <a16:creationId xmlns:a16="http://schemas.microsoft.com/office/drawing/2014/main" id="{B9ACD3F5-D196-4464-9466-B0FF479C5E48}"/>
              </a:ext>
            </a:extLst>
          </p:cNvPr>
          <p:cNvPicPr>
            <a:picLocks noChangeAspect="1"/>
          </p:cNvPicPr>
          <p:nvPr/>
        </p:nvPicPr>
        <p:blipFill>
          <a:blip r:embed="rId3"/>
          <a:stretch>
            <a:fillRect/>
          </a:stretch>
        </p:blipFill>
        <p:spPr>
          <a:xfrm>
            <a:off x="4467498" y="2024743"/>
            <a:ext cx="7236822" cy="4833257"/>
          </a:xfrm>
          <a:prstGeom prst="rect">
            <a:avLst/>
          </a:prstGeom>
        </p:spPr>
      </p:pic>
    </p:spTree>
    <p:extLst>
      <p:ext uri="{BB962C8B-B14F-4D97-AF65-F5344CB8AC3E}">
        <p14:creationId xmlns:p14="http://schemas.microsoft.com/office/powerpoint/2010/main" val="41816536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6E520-88E2-4D31-AF82-E6ADBC4C15E4}"/>
              </a:ext>
            </a:extLst>
          </p:cNvPr>
          <p:cNvSpPr>
            <a:spLocks noGrp="1"/>
          </p:cNvSpPr>
          <p:nvPr>
            <p:ph type="title"/>
          </p:nvPr>
        </p:nvSpPr>
        <p:spPr>
          <a:xfrm>
            <a:off x="1016000" y="762000"/>
            <a:ext cx="3137989" cy="1143000"/>
          </a:xfrm>
        </p:spPr>
        <p:txBody>
          <a:bodyPr/>
          <a:lstStyle/>
          <a:p>
            <a:r>
              <a:rPr kumimoji="1" lang="en-IN" sz="32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EBPA working</a:t>
            </a:r>
            <a:endParaRPr lang="en-IN" dirty="0"/>
          </a:p>
        </p:txBody>
      </p:sp>
      <p:pic>
        <p:nvPicPr>
          <p:cNvPr id="6" name="Content Placeholder 5">
            <a:extLst>
              <a:ext uri="{FF2B5EF4-FFF2-40B4-BE49-F238E27FC236}">
                <a16:creationId xmlns:a16="http://schemas.microsoft.com/office/drawing/2014/main" id="{EDB384DE-CBB4-4531-80FB-86598020A2F0}"/>
              </a:ext>
            </a:extLst>
          </p:cNvPr>
          <p:cNvPicPr>
            <a:picLocks noGrp="1" noChangeAspect="1"/>
          </p:cNvPicPr>
          <p:nvPr>
            <p:ph idx="1"/>
          </p:nvPr>
        </p:nvPicPr>
        <p:blipFill>
          <a:blip r:embed="rId2"/>
          <a:stretch>
            <a:fillRect/>
          </a:stretch>
        </p:blipFill>
        <p:spPr>
          <a:xfrm>
            <a:off x="4400007" y="222068"/>
            <a:ext cx="7276011" cy="6508931"/>
          </a:xfrm>
        </p:spPr>
      </p:pic>
      <p:sp>
        <p:nvSpPr>
          <p:cNvPr id="4" name="Slide Number Placeholder 3">
            <a:extLst>
              <a:ext uri="{FF2B5EF4-FFF2-40B4-BE49-F238E27FC236}">
                <a16:creationId xmlns:a16="http://schemas.microsoft.com/office/drawing/2014/main" id="{58D3BD15-7757-4261-A761-1E78D58C8FD5}"/>
              </a:ext>
            </a:extLst>
          </p:cNvPr>
          <p:cNvSpPr>
            <a:spLocks noGrp="1"/>
          </p:cNvSpPr>
          <p:nvPr>
            <p:ph type="sldNum" sz="quarter" idx="12"/>
          </p:nvPr>
        </p:nvSpPr>
        <p:spPr/>
        <p:txBody>
          <a:bodyPr/>
          <a:lstStyle/>
          <a:p>
            <a:pPr>
              <a:defRPr/>
            </a:pPr>
            <a:fld id="{9AD681D7-8A59-4380-9311-10B86FF921AA}" type="slidenum">
              <a:rPr lang="en-US" altLang="zh-TW" smtClean="0"/>
              <a:pPr>
                <a:defRPr/>
              </a:pPr>
              <a:t>35</a:t>
            </a:fld>
            <a:endParaRPr lang="en-US" altLang="zh-TW"/>
          </a:p>
        </p:txBody>
      </p:sp>
    </p:spTree>
    <p:extLst>
      <p:ext uri="{BB962C8B-B14F-4D97-AF65-F5344CB8AC3E}">
        <p14:creationId xmlns:p14="http://schemas.microsoft.com/office/powerpoint/2010/main" val="27717774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64C6A-FA69-46BB-B2E4-1F31FF3DF329}"/>
              </a:ext>
            </a:extLst>
          </p:cNvPr>
          <p:cNvSpPr>
            <a:spLocks noGrp="1"/>
          </p:cNvSpPr>
          <p:nvPr>
            <p:ph type="title"/>
          </p:nvPr>
        </p:nvSpPr>
        <p:spPr>
          <a:xfrm>
            <a:off x="1016000" y="762000"/>
            <a:ext cx="3294743" cy="1143000"/>
          </a:xfrm>
        </p:spPr>
        <p:txBody>
          <a:bodyPr/>
          <a:lstStyle/>
          <a:p>
            <a:r>
              <a:rPr kumimoji="1" lang="en-IN" sz="32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EBPA working</a:t>
            </a:r>
            <a:endParaRPr lang="en-IN" dirty="0"/>
          </a:p>
        </p:txBody>
      </p:sp>
      <p:pic>
        <p:nvPicPr>
          <p:cNvPr id="6" name="Content Placeholder 5">
            <a:extLst>
              <a:ext uri="{FF2B5EF4-FFF2-40B4-BE49-F238E27FC236}">
                <a16:creationId xmlns:a16="http://schemas.microsoft.com/office/drawing/2014/main" id="{0F587C9A-D824-4CB2-86CE-53A4517B7815}"/>
              </a:ext>
            </a:extLst>
          </p:cNvPr>
          <p:cNvPicPr>
            <a:picLocks noGrp="1" noChangeAspect="1"/>
          </p:cNvPicPr>
          <p:nvPr>
            <p:ph idx="1"/>
          </p:nvPr>
        </p:nvPicPr>
        <p:blipFill>
          <a:blip r:embed="rId2"/>
          <a:stretch>
            <a:fillRect/>
          </a:stretch>
        </p:blipFill>
        <p:spPr>
          <a:xfrm>
            <a:off x="5313256" y="762001"/>
            <a:ext cx="6766560" cy="6187256"/>
          </a:xfrm>
        </p:spPr>
      </p:pic>
      <p:sp>
        <p:nvSpPr>
          <p:cNvPr id="4" name="Slide Number Placeholder 3">
            <a:extLst>
              <a:ext uri="{FF2B5EF4-FFF2-40B4-BE49-F238E27FC236}">
                <a16:creationId xmlns:a16="http://schemas.microsoft.com/office/drawing/2014/main" id="{C08AF899-32DF-491D-B299-E96BAC5B2BCD}"/>
              </a:ext>
            </a:extLst>
          </p:cNvPr>
          <p:cNvSpPr>
            <a:spLocks noGrp="1"/>
          </p:cNvSpPr>
          <p:nvPr>
            <p:ph type="sldNum" sz="quarter" idx="12"/>
          </p:nvPr>
        </p:nvSpPr>
        <p:spPr/>
        <p:txBody>
          <a:bodyPr/>
          <a:lstStyle/>
          <a:p>
            <a:pPr>
              <a:defRPr/>
            </a:pPr>
            <a:fld id="{9AD681D7-8A59-4380-9311-10B86FF921AA}" type="slidenum">
              <a:rPr lang="en-US" altLang="zh-TW" smtClean="0"/>
              <a:pPr>
                <a:defRPr/>
              </a:pPr>
              <a:t>36</a:t>
            </a:fld>
            <a:endParaRPr lang="en-US" altLang="zh-TW"/>
          </a:p>
        </p:txBody>
      </p:sp>
      <p:pic>
        <p:nvPicPr>
          <p:cNvPr id="3" name="Picture 2">
            <a:extLst>
              <a:ext uri="{FF2B5EF4-FFF2-40B4-BE49-F238E27FC236}">
                <a16:creationId xmlns:a16="http://schemas.microsoft.com/office/drawing/2014/main" id="{D50FF34A-9A66-A4E4-2792-0056ADC927C9}"/>
              </a:ext>
            </a:extLst>
          </p:cNvPr>
          <p:cNvPicPr>
            <a:picLocks noChangeAspect="1"/>
          </p:cNvPicPr>
          <p:nvPr/>
        </p:nvPicPr>
        <p:blipFill>
          <a:blip r:embed="rId3"/>
          <a:srcRect l="25817" t="68088" r="12858" b="9202"/>
          <a:stretch/>
        </p:blipFill>
        <p:spPr>
          <a:xfrm>
            <a:off x="295422" y="3855629"/>
            <a:ext cx="4149970" cy="1308295"/>
          </a:xfrm>
          <a:prstGeom prst="rect">
            <a:avLst/>
          </a:prstGeom>
          <a:ln>
            <a:solidFill>
              <a:schemeClr val="tx1"/>
            </a:solidFill>
          </a:ln>
        </p:spPr>
      </p:pic>
    </p:spTree>
    <p:extLst>
      <p:ext uri="{BB962C8B-B14F-4D97-AF65-F5344CB8AC3E}">
        <p14:creationId xmlns:p14="http://schemas.microsoft.com/office/powerpoint/2010/main" val="30093762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F52A7-31F2-4CC5-B208-FD411DEEF8B3}"/>
              </a:ext>
            </a:extLst>
          </p:cNvPr>
          <p:cNvSpPr>
            <a:spLocks noGrp="1"/>
          </p:cNvSpPr>
          <p:nvPr>
            <p:ph type="title"/>
          </p:nvPr>
        </p:nvSpPr>
        <p:spPr/>
        <p:txBody>
          <a:bodyPr/>
          <a:lstStyle/>
          <a:p>
            <a:r>
              <a:rPr lang="en-IN" dirty="0"/>
              <a:t>Design Considerations for EBPA</a:t>
            </a:r>
          </a:p>
        </p:txBody>
      </p:sp>
      <p:sp>
        <p:nvSpPr>
          <p:cNvPr id="3" name="Content Placeholder 2">
            <a:extLst>
              <a:ext uri="{FF2B5EF4-FFF2-40B4-BE49-F238E27FC236}">
                <a16:creationId xmlns:a16="http://schemas.microsoft.com/office/drawing/2014/main" id="{04FFDF4E-8FA5-4E68-968D-1ED0A6B4F032}"/>
              </a:ext>
            </a:extLst>
          </p:cNvPr>
          <p:cNvSpPr>
            <a:spLocks noGrp="1"/>
          </p:cNvSpPr>
          <p:nvPr>
            <p:ph idx="1"/>
          </p:nvPr>
        </p:nvSpPr>
        <p:spPr/>
        <p:txBody>
          <a:bodyPr/>
          <a:lstStyle/>
          <a:p>
            <a:pPr marL="180975" marR="0" lvl="0" indent="-180975" algn="l" defTabSz="914400" rtl="0" eaLnBrk="1" fontAlgn="base" latinLnBrk="0" hangingPunct="1">
              <a:lnSpc>
                <a:spcPct val="100000"/>
              </a:lnSpc>
              <a:spcBef>
                <a:spcPct val="20000"/>
              </a:spcBef>
              <a:spcAft>
                <a:spcPct val="0"/>
              </a:spcAft>
              <a:buClrTx/>
              <a:buSzPct val="160000"/>
              <a:buFont typeface="Arial" panose="020B0604020202020204" pitchFamily="34" charset="0"/>
              <a:buChar char="•"/>
              <a:tabLst/>
              <a:defRPr/>
            </a:pPr>
            <a:r>
              <a:rPr lang="en-IN" sz="2000" dirty="0">
                <a:solidFill>
                  <a:srgbClr val="000000"/>
                </a:solidFill>
              </a:rPr>
              <a:t> </a:t>
            </a:r>
            <a:r>
              <a:rPr lang="en-IN" sz="2000" b="1" u="sng" dirty="0">
                <a:solidFill>
                  <a:srgbClr val="000000"/>
                </a:solidFill>
              </a:rPr>
              <a:t>Initialization of weights: </a:t>
            </a:r>
          </a:p>
          <a:p>
            <a:pPr marL="0" marR="0" lvl="0" indent="0" algn="l" defTabSz="914400" rtl="0" eaLnBrk="1" fontAlgn="base" latinLnBrk="0" hangingPunct="1">
              <a:spcBef>
                <a:spcPts val="0"/>
              </a:spcBef>
              <a:spcAft>
                <a:spcPct val="0"/>
              </a:spcAft>
              <a:buClr>
                <a:srgbClr val="FFCC66"/>
              </a:buClr>
              <a:buSzPct val="80000"/>
              <a:buNone/>
              <a:tabLst/>
              <a:defRPr/>
            </a:pPr>
            <a:endParaRPr lang="en-US" altLang="en-US" sz="2000" dirty="0">
              <a:solidFill>
                <a:srgbClr val="000000"/>
              </a:solidFill>
            </a:endParaRPr>
          </a:p>
          <a:p>
            <a:pPr marL="0" marR="0" lvl="0" indent="0" algn="l" defTabSz="914400" rtl="0" eaLnBrk="1" fontAlgn="base" latinLnBrk="0" hangingPunct="1">
              <a:spcBef>
                <a:spcPts val="0"/>
              </a:spcBef>
              <a:spcAft>
                <a:spcPct val="0"/>
              </a:spcAft>
              <a:buClr>
                <a:srgbClr val="FFCC66"/>
              </a:buClr>
              <a:buSzPct val="80000"/>
              <a:buNone/>
              <a:tabLst/>
              <a:defRPr/>
            </a:pPr>
            <a:r>
              <a:rPr lang="en-US" altLang="en-US" sz="2000" dirty="0">
                <a:solidFill>
                  <a:srgbClr val="000000"/>
                </a:solidFill>
              </a:rPr>
              <a:t>Initial weights randomly chosen between +1 and -1 or +0.5   and -0.5.</a:t>
            </a:r>
          </a:p>
          <a:p>
            <a:pPr marL="0" marR="0" lvl="0" indent="0" algn="l" defTabSz="914400" rtl="0" eaLnBrk="1" fontAlgn="base" latinLnBrk="0" hangingPunct="1">
              <a:spcBef>
                <a:spcPts val="0"/>
              </a:spcBef>
              <a:spcAft>
                <a:spcPct val="0"/>
              </a:spcAft>
              <a:buClr>
                <a:srgbClr val="FFCC66"/>
              </a:buClr>
              <a:buSzPct val="80000"/>
              <a:buNone/>
              <a:tabLst/>
              <a:defRPr/>
            </a:pPr>
            <a:endParaRPr lang="en-US" altLang="en-US" sz="2000" dirty="0">
              <a:solidFill>
                <a:srgbClr val="000000"/>
              </a:solidFill>
            </a:endParaRPr>
          </a:p>
          <a:p>
            <a:pPr marL="0" marR="0" lvl="0" indent="0" algn="l" defTabSz="914400" rtl="0" eaLnBrk="1" fontAlgn="base" latinLnBrk="0" hangingPunct="1">
              <a:spcBef>
                <a:spcPts val="0"/>
              </a:spcBef>
              <a:spcAft>
                <a:spcPct val="0"/>
              </a:spcAft>
              <a:buClr>
                <a:srgbClr val="FFCC66"/>
              </a:buClr>
              <a:buSzPct val="80000"/>
              <a:buNone/>
              <a:tabLst/>
              <a:defRPr/>
            </a:pPr>
            <a:r>
              <a:rPr lang="en-US" altLang="en-US" sz="2000" dirty="0">
                <a:solidFill>
                  <a:srgbClr val="000000"/>
                </a:solidFill>
              </a:rPr>
              <a:t>Larger weights drives network into saturation requiring larger training time. </a:t>
            </a:r>
          </a:p>
          <a:p>
            <a:pPr marL="0" marR="0" lvl="0" indent="0" algn="l" defTabSz="914400" rtl="0" eaLnBrk="1" fontAlgn="base" latinLnBrk="0" hangingPunct="1">
              <a:spcBef>
                <a:spcPts val="0"/>
              </a:spcBef>
              <a:spcAft>
                <a:spcPct val="0"/>
              </a:spcAft>
              <a:buClr>
                <a:srgbClr val="FFCC66"/>
              </a:buClr>
              <a:buSzPct val="80000"/>
              <a:buNone/>
              <a:tabLst/>
              <a:defRPr/>
            </a:pPr>
            <a:endParaRPr lang="en-US" altLang="en-US" sz="2000" dirty="0">
              <a:solidFill>
                <a:srgbClr val="000000"/>
              </a:solidFill>
            </a:endParaRPr>
          </a:p>
          <a:p>
            <a:pPr marL="0" marR="0" lvl="0" indent="0" algn="l" defTabSz="914400" rtl="0" eaLnBrk="1" fontAlgn="base" latinLnBrk="0" hangingPunct="1">
              <a:spcBef>
                <a:spcPts val="0"/>
              </a:spcBef>
              <a:spcAft>
                <a:spcPct val="0"/>
              </a:spcAft>
              <a:buClr>
                <a:srgbClr val="FFCC66"/>
              </a:buClr>
              <a:buSzTx/>
              <a:buFontTx/>
              <a:buNone/>
              <a:tabLst/>
              <a:defRPr/>
            </a:pPr>
            <a:r>
              <a:rPr lang="en-US" altLang="en-US" sz="2000" dirty="0">
                <a:solidFill>
                  <a:srgbClr val="000000"/>
                </a:solidFill>
              </a:rPr>
              <a:t>magnitudes of some inputs are larger than others network may get biased to give   more importance to inputs with larger magnitudes.</a:t>
            </a:r>
          </a:p>
          <a:p>
            <a:pPr marL="0" marR="0" lvl="0" indent="0" algn="l" defTabSz="914400" rtl="0" eaLnBrk="1" fontAlgn="base" latinLnBrk="0" hangingPunct="1">
              <a:spcBef>
                <a:spcPts val="0"/>
              </a:spcBef>
              <a:spcAft>
                <a:spcPct val="0"/>
              </a:spcAft>
              <a:buClr>
                <a:srgbClr val="FFCC66"/>
              </a:buClr>
              <a:buSzTx/>
              <a:buFontTx/>
              <a:buNone/>
              <a:tabLst/>
              <a:defRPr/>
            </a:pPr>
            <a:endParaRPr lang="en-US" altLang="en-US" sz="2000" dirty="0">
              <a:solidFill>
                <a:srgbClr val="000000"/>
              </a:solidFill>
            </a:endParaRPr>
          </a:p>
          <a:p>
            <a:pPr marL="0" marR="0" lvl="0" indent="-90488" algn="l" defTabSz="914400" rtl="0" eaLnBrk="1" fontAlgn="base" latinLnBrk="0" hangingPunct="1">
              <a:spcBef>
                <a:spcPts val="0"/>
              </a:spcBef>
              <a:spcAft>
                <a:spcPct val="0"/>
              </a:spcAft>
              <a:buClr>
                <a:srgbClr val="FFCC66"/>
              </a:buClr>
              <a:buSzTx/>
              <a:buFontTx/>
              <a:buNone/>
              <a:tabLst/>
              <a:defRPr/>
            </a:pPr>
            <a:r>
              <a:rPr lang="en-US" altLang="en-US" sz="2000" dirty="0">
                <a:solidFill>
                  <a:srgbClr val="000000"/>
                </a:solidFill>
              </a:rPr>
              <a:t>Weights are initialized such that effective input to each hidden node is same.</a:t>
            </a:r>
          </a:p>
          <a:p>
            <a:pPr marL="534988" marR="0" lvl="0" indent="-90488" algn="l" defTabSz="914400" rtl="0" eaLnBrk="1" fontAlgn="base" latinLnBrk="0" hangingPunct="1">
              <a:lnSpc>
                <a:spcPct val="100000"/>
              </a:lnSpc>
              <a:spcBef>
                <a:spcPct val="20000"/>
              </a:spcBef>
              <a:spcAft>
                <a:spcPct val="0"/>
              </a:spcAft>
              <a:buClr>
                <a:srgbClr val="FFCC66"/>
              </a:buClr>
              <a:buSzPct val="80000"/>
              <a:buNone/>
              <a:tabLst/>
              <a:defRPr/>
            </a:pPr>
            <a:endParaRPr lang="en-US" altLang="en-US" sz="2000" dirty="0">
              <a:solidFill>
                <a:srgbClr val="000000"/>
              </a:solidFill>
            </a:endParaRPr>
          </a:p>
          <a:p>
            <a:pPr>
              <a:lnSpc>
                <a:spcPct val="150000"/>
              </a:lnSpc>
            </a:pPr>
            <a:endParaRPr lang="en-IN" sz="2000" dirty="0">
              <a:solidFill>
                <a:srgbClr val="000000"/>
              </a:solidFill>
            </a:endParaRPr>
          </a:p>
        </p:txBody>
      </p:sp>
      <p:sp>
        <p:nvSpPr>
          <p:cNvPr id="4" name="Slide Number Placeholder 3">
            <a:extLst>
              <a:ext uri="{FF2B5EF4-FFF2-40B4-BE49-F238E27FC236}">
                <a16:creationId xmlns:a16="http://schemas.microsoft.com/office/drawing/2014/main" id="{2913F8FF-7612-4C0E-8A0F-F5518C0EF3D6}"/>
              </a:ext>
            </a:extLst>
          </p:cNvPr>
          <p:cNvSpPr>
            <a:spLocks noGrp="1"/>
          </p:cNvSpPr>
          <p:nvPr>
            <p:ph type="sldNum" sz="quarter" idx="12"/>
          </p:nvPr>
        </p:nvSpPr>
        <p:spPr/>
        <p:txBody>
          <a:bodyPr/>
          <a:lstStyle/>
          <a:p>
            <a:pPr>
              <a:defRPr/>
            </a:pPr>
            <a:fld id="{9AD681D7-8A59-4380-9311-10B86FF921AA}" type="slidenum">
              <a:rPr lang="en-US" altLang="zh-TW" smtClean="0"/>
              <a:pPr>
                <a:defRPr/>
              </a:pPr>
              <a:t>37</a:t>
            </a:fld>
            <a:endParaRPr lang="en-US" altLang="zh-TW"/>
          </a:p>
        </p:txBody>
      </p:sp>
    </p:spTree>
    <p:extLst>
      <p:ext uri="{BB962C8B-B14F-4D97-AF65-F5344CB8AC3E}">
        <p14:creationId xmlns:p14="http://schemas.microsoft.com/office/powerpoint/2010/main" val="673589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B2EAB-28EB-4957-ACC6-B0F88E543040}"/>
              </a:ext>
            </a:extLst>
          </p:cNvPr>
          <p:cNvSpPr>
            <a:spLocks noGrp="1"/>
          </p:cNvSpPr>
          <p:nvPr>
            <p:ph type="title"/>
          </p:nvPr>
        </p:nvSpPr>
        <p:spPr/>
        <p:txBody>
          <a:bodyPr/>
          <a:lstStyle/>
          <a:p>
            <a: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Design Considerations for EBPA</a:t>
            </a:r>
            <a:endParaRPr lang="en-IN" dirty="0"/>
          </a:p>
        </p:txBody>
      </p:sp>
      <p:sp>
        <p:nvSpPr>
          <p:cNvPr id="3" name="Content Placeholder 2">
            <a:extLst>
              <a:ext uri="{FF2B5EF4-FFF2-40B4-BE49-F238E27FC236}">
                <a16:creationId xmlns:a16="http://schemas.microsoft.com/office/drawing/2014/main" id="{5F7FE6EB-7028-4016-8FBE-FF99C49BE0E4}"/>
              </a:ext>
            </a:extLst>
          </p:cNvPr>
          <p:cNvSpPr>
            <a:spLocks noGrp="1"/>
          </p:cNvSpPr>
          <p:nvPr>
            <p:ph idx="1"/>
          </p:nvPr>
        </p:nvSpPr>
        <p:spPr>
          <a:xfrm>
            <a:off x="1170516" y="2220686"/>
            <a:ext cx="10257367" cy="4637314"/>
          </a:xfrm>
        </p:spPr>
        <p:txBody>
          <a:bodyPr/>
          <a:lstStyle/>
          <a:p>
            <a:pPr marL="342900" marR="0" lvl="0" indent="-342900" algn="l" defTabSz="914400" rtl="0" eaLnBrk="0" fontAlgn="base" latinLnBrk="0" hangingPunct="0">
              <a:lnSpc>
                <a:spcPct val="150000"/>
              </a:lnSpc>
              <a:spcBef>
                <a:spcPct val="20000"/>
              </a:spcBef>
              <a:spcAft>
                <a:spcPct val="0"/>
              </a:spcAft>
              <a:buClr>
                <a:srgbClr val="003366"/>
              </a:buClr>
              <a:buSzPct val="75000"/>
              <a:buFont typeface="Wingdings" panose="05000000000000000000" pitchFamily="2" charset="2"/>
              <a:buChar char="l"/>
              <a:tabLst/>
              <a:defRPr/>
            </a:pPr>
            <a:endParaRPr kumimoji="1" lang="en-IN" sz="2000" b="1" i="0" u="none" strike="noStrike" kern="1200" cap="none" spc="0" normalizeH="0" baseline="0" noProof="0" dirty="0">
              <a:ln>
                <a:noFill/>
              </a:ln>
              <a:solidFill>
                <a:srgbClr val="000000"/>
              </a:solidFill>
              <a:effectLst/>
              <a:uLnTx/>
              <a:uFillTx/>
              <a:latin typeface="Arial"/>
              <a:ea typeface="PMingLiU" panose="02020500000000000000" pitchFamily="18" charset="-120"/>
              <a:cs typeface="+mn-cs"/>
            </a:endParaRPr>
          </a:p>
          <a:p>
            <a:pPr marL="180975" marR="0" lvl="0" indent="-180975" algn="l" defTabSz="914400" rtl="0" eaLnBrk="0" fontAlgn="base" latinLnBrk="0" hangingPunct="0">
              <a:lnSpc>
                <a:spcPct val="150000"/>
              </a:lnSpc>
              <a:spcBef>
                <a:spcPct val="20000"/>
              </a:spcBef>
              <a:spcAft>
                <a:spcPct val="0"/>
              </a:spcAft>
              <a:buClr>
                <a:srgbClr val="003366"/>
              </a:buClr>
              <a:buSzPct val="75000"/>
              <a:buFont typeface="Wingdings" panose="05000000000000000000" pitchFamily="2" charset="2"/>
              <a:buChar char="l"/>
              <a:tabLst/>
              <a:defRPr/>
            </a:pPr>
            <a:r>
              <a:rPr kumimoji="1" lang="en-IN" sz="2000" b="1" i="0" u="sng" strike="noStrike" kern="1200" cap="none" spc="0" normalizeH="0" baseline="0" noProof="0" dirty="0">
                <a:ln>
                  <a:noFill/>
                </a:ln>
                <a:solidFill>
                  <a:srgbClr val="000000"/>
                </a:solidFill>
                <a:effectLst/>
                <a:uLnTx/>
                <a:uFillTx/>
                <a:latin typeface="Arial"/>
                <a:ea typeface="PMingLiU" panose="02020500000000000000" pitchFamily="18" charset="-120"/>
                <a:cs typeface="+mn-cs"/>
              </a:rPr>
              <a:t>Choosing of learning constant</a:t>
            </a:r>
          </a:p>
          <a:p>
            <a:pPr marL="180000" indent="-1071563" eaLnBrk="1" hangingPunct="1">
              <a:lnSpc>
                <a:spcPct val="200000"/>
              </a:lnSpc>
              <a:spcBef>
                <a:spcPts val="0"/>
              </a:spcBef>
              <a:buClr>
                <a:srgbClr val="FFCC66"/>
              </a:buClr>
              <a:buSzPct val="80000"/>
              <a:buNone/>
              <a:defRPr/>
            </a:pPr>
            <a:r>
              <a:rPr lang="en-US" altLang="en-US" sz="1800" dirty="0">
                <a:solidFill>
                  <a:srgbClr val="000000"/>
                </a:solidFill>
              </a:rPr>
              <a:t> Magnitude of weight change depends on learning rate.</a:t>
            </a:r>
          </a:p>
          <a:p>
            <a:pPr marL="180000" indent="-719138" eaLnBrk="1" hangingPunct="1">
              <a:lnSpc>
                <a:spcPct val="200000"/>
              </a:lnSpc>
              <a:spcBef>
                <a:spcPts val="0"/>
              </a:spcBef>
              <a:buClr>
                <a:srgbClr val="FFCC66"/>
              </a:buClr>
              <a:buSzPct val="80000"/>
              <a:buNone/>
              <a:defRPr/>
            </a:pPr>
            <a:r>
              <a:rPr lang="en-US" altLang="en-US" sz="1800" dirty="0">
                <a:solidFill>
                  <a:srgbClr val="000000"/>
                </a:solidFill>
              </a:rPr>
              <a:t> Larger learning rate- Rapid learning but network may oscillate.</a:t>
            </a:r>
          </a:p>
          <a:p>
            <a:pPr marL="180000" indent="-719138" eaLnBrk="1" hangingPunct="1">
              <a:lnSpc>
                <a:spcPct val="200000"/>
              </a:lnSpc>
              <a:spcBef>
                <a:spcPts val="0"/>
              </a:spcBef>
              <a:buClr>
                <a:srgbClr val="FFCC66"/>
              </a:buClr>
              <a:buSzPct val="80000"/>
              <a:buNone/>
              <a:defRPr/>
            </a:pPr>
            <a:r>
              <a:rPr lang="en-US" altLang="en-US" sz="1800" dirty="0">
                <a:solidFill>
                  <a:srgbClr val="000000"/>
                </a:solidFill>
              </a:rPr>
              <a:t> Smaller learning rate- Slow learning. Longer time to stabilize.</a:t>
            </a:r>
          </a:p>
          <a:p>
            <a:pPr marL="180000" indent="-719138" eaLnBrk="1" hangingPunct="1">
              <a:lnSpc>
                <a:spcPct val="200000"/>
              </a:lnSpc>
              <a:spcBef>
                <a:spcPts val="0"/>
              </a:spcBef>
              <a:buClr>
                <a:srgbClr val="FFCC66"/>
              </a:buClr>
              <a:buSzPct val="80000"/>
              <a:buNone/>
              <a:defRPr/>
            </a:pPr>
            <a:r>
              <a:rPr lang="en-US" altLang="en-US" sz="1800" dirty="0">
                <a:solidFill>
                  <a:srgbClr val="000000"/>
                </a:solidFill>
              </a:rPr>
              <a:t> Right value- Lies between 0.1 and 0.9.</a:t>
            </a:r>
            <a:r>
              <a:rPr lang="en-IN" sz="1800" dirty="0">
                <a:solidFill>
                  <a:srgbClr val="000000"/>
                </a:solidFill>
              </a:rPr>
              <a:t> </a:t>
            </a:r>
          </a:p>
          <a:p>
            <a:pPr marL="180000" indent="-719138" eaLnBrk="1" hangingPunct="1">
              <a:lnSpc>
                <a:spcPct val="200000"/>
              </a:lnSpc>
              <a:spcBef>
                <a:spcPts val="0"/>
              </a:spcBef>
              <a:buClr>
                <a:srgbClr val="FFCC66"/>
              </a:buClr>
              <a:buSzPct val="80000"/>
              <a:buNone/>
              <a:defRPr/>
            </a:pPr>
            <a:endParaRPr lang="en-IN" sz="1800" dirty="0">
              <a:solidFill>
                <a:srgbClr val="000000"/>
              </a:solidFill>
            </a:endParaRPr>
          </a:p>
        </p:txBody>
      </p:sp>
      <p:sp>
        <p:nvSpPr>
          <p:cNvPr id="4" name="Slide Number Placeholder 3">
            <a:extLst>
              <a:ext uri="{FF2B5EF4-FFF2-40B4-BE49-F238E27FC236}">
                <a16:creationId xmlns:a16="http://schemas.microsoft.com/office/drawing/2014/main" id="{B6B953A8-BA4D-4A5A-BBE0-54C11D80D502}"/>
              </a:ext>
            </a:extLst>
          </p:cNvPr>
          <p:cNvSpPr>
            <a:spLocks noGrp="1"/>
          </p:cNvSpPr>
          <p:nvPr>
            <p:ph type="sldNum" sz="quarter" idx="12"/>
          </p:nvPr>
        </p:nvSpPr>
        <p:spPr/>
        <p:txBody>
          <a:bodyPr/>
          <a:lstStyle/>
          <a:p>
            <a:pPr>
              <a:defRPr/>
            </a:pPr>
            <a:fld id="{9AD681D7-8A59-4380-9311-10B86FF921AA}" type="slidenum">
              <a:rPr lang="en-US" altLang="zh-TW" smtClean="0"/>
              <a:pPr>
                <a:defRPr/>
              </a:pPr>
              <a:t>38</a:t>
            </a:fld>
            <a:endParaRPr lang="en-US" altLang="zh-TW"/>
          </a:p>
        </p:txBody>
      </p:sp>
    </p:spTree>
    <p:extLst>
      <p:ext uri="{BB962C8B-B14F-4D97-AF65-F5344CB8AC3E}">
        <p14:creationId xmlns:p14="http://schemas.microsoft.com/office/powerpoint/2010/main" val="35969242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D2724-02A9-4A7C-9BB8-2E822BC2CF4A}"/>
              </a:ext>
            </a:extLst>
          </p:cNvPr>
          <p:cNvSpPr>
            <a:spLocks noGrp="1"/>
          </p:cNvSpPr>
          <p:nvPr>
            <p:ph type="title"/>
          </p:nvPr>
        </p:nvSpPr>
        <p:spPr/>
        <p:txBody>
          <a:bodyPr/>
          <a:lstStyle/>
          <a:p>
            <a: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Design Considerations for EBPA</a:t>
            </a:r>
            <a:endParaRPr lang="en-IN" dirty="0"/>
          </a:p>
        </p:txBody>
      </p:sp>
      <p:sp>
        <p:nvSpPr>
          <p:cNvPr id="3" name="Content Placeholder 2">
            <a:extLst>
              <a:ext uri="{FF2B5EF4-FFF2-40B4-BE49-F238E27FC236}">
                <a16:creationId xmlns:a16="http://schemas.microsoft.com/office/drawing/2014/main" id="{FA1EFF03-D300-4C26-BA21-CB388B9FDEC2}"/>
              </a:ext>
            </a:extLst>
          </p:cNvPr>
          <p:cNvSpPr>
            <a:spLocks noGrp="1"/>
          </p:cNvSpPr>
          <p:nvPr>
            <p:ph idx="1"/>
          </p:nvPr>
        </p:nvSpPr>
        <p:spPr>
          <a:xfrm>
            <a:off x="1117601" y="2362201"/>
            <a:ext cx="10257367" cy="4368799"/>
          </a:xfrm>
        </p:spPr>
        <p:txBody>
          <a:bodyPr/>
          <a:lstStyle/>
          <a:p>
            <a:pPr marL="180000" marR="0" lvl="0" indent="-1071563" algn="l" defTabSz="914400" rtl="0" eaLnBrk="1" fontAlgn="base" latinLnBrk="0" hangingPunct="1">
              <a:lnSpc>
                <a:spcPct val="200000"/>
              </a:lnSpc>
              <a:spcBef>
                <a:spcPts val="0"/>
              </a:spcBef>
              <a:spcAft>
                <a:spcPct val="0"/>
              </a:spcAft>
              <a:buClr>
                <a:srgbClr val="FFCC66"/>
              </a:buClr>
              <a:buSzPct val="80000"/>
              <a:buFont typeface="Wingdings" panose="05000000000000000000" pitchFamily="2" charset="2"/>
              <a:buNone/>
              <a:tabLst/>
              <a:defRPr/>
            </a:pPr>
            <a:r>
              <a:rPr kumimoji="1" lang="en-US" altLang="en-US" sz="1800" b="1" i="0" u="none" strike="noStrike" kern="1200" cap="none" spc="0" normalizeH="0" baseline="0" noProof="0" dirty="0">
                <a:ln>
                  <a:noFill/>
                </a:ln>
                <a:solidFill>
                  <a:srgbClr val="000000"/>
                </a:solidFill>
                <a:effectLst/>
                <a:uLnTx/>
                <a:uFillTx/>
                <a:latin typeface="Arial"/>
                <a:ea typeface="PMingLiU" panose="02020500000000000000" pitchFamily="18" charset="-120"/>
                <a:cs typeface="+mn-cs"/>
              </a:rPr>
              <a:t>For efficient learning-</a:t>
            </a:r>
          </a:p>
          <a:p>
            <a:pPr marL="180000" marR="0" lvl="0" indent="-169863" algn="l" defTabSz="914400" rtl="0" eaLnBrk="1" fontAlgn="base" latinLnBrk="0" hangingPunct="1">
              <a:lnSpc>
                <a:spcPct val="200000"/>
              </a:lnSpc>
              <a:spcBef>
                <a:spcPts val="0"/>
              </a:spcBef>
              <a:spcAft>
                <a:spcPct val="0"/>
              </a:spcAft>
              <a:buClrTx/>
              <a:buSzPct val="80000"/>
              <a:buFont typeface="+mj-lt"/>
              <a:buAutoNum type="arabicPeriod"/>
              <a:tabLst/>
              <a:defRPr/>
            </a:pPr>
            <a:r>
              <a:rPr kumimoji="1" lang="en-US" altLang="en-US" sz="1800" b="0" i="0" u="none" strike="noStrike" kern="1200" cap="none" spc="0" normalizeH="0" baseline="0" noProof="0" dirty="0">
                <a:ln>
                  <a:noFill/>
                </a:ln>
                <a:solidFill>
                  <a:srgbClr val="000000"/>
                </a:solidFill>
                <a:effectLst/>
                <a:uLnTx/>
                <a:uFillTx/>
                <a:latin typeface="Arial"/>
                <a:ea typeface="PMingLiU" panose="02020500000000000000" pitchFamily="18" charset="-120"/>
                <a:cs typeface="+mn-cs"/>
              </a:rPr>
              <a:t> Begin with larger rate and slowly decrease as network reaches convergence.</a:t>
            </a:r>
          </a:p>
          <a:p>
            <a:pPr marL="180000" marR="0" lvl="0" indent="-169863" algn="l" defTabSz="914400" rtl="0" eaLnBrk="1" fontAlgn="base" latinLnBrk="0" hangingPunct="1">
              <a:lnSpc>
                <a:spcPct val="200000"/>
              </a:lnSpc>
              <a:spcBef>
                <a:spcPts val="0"/>
              </a:spcBef>
              <a:spcAft>
                <a:spcPct val="0"/>
              </a:spcAft>
              <a:buClrTx/>
              <a:buSzPct val="80000"/>
              <a:buFont typeface="+mj-lt"/>
              <a:buAutoNum type="arabicPeriod"/>
              <a:tabLst/>
              <a:defRPr/>
            </a:pPr>
            <a:r>
              <a:rPr kumimoji="1" lang="en-US" altLang="en-US" sz="1800" b="0" i="0" u="none" strike="noStrike" kern="1200" cap="none" spc="0" normalizeH="0" baseline="0" noProof="0" dirty="0">
                <a:ln>
                  <a:noFill/>
                </a:ln>
                <a:solidFill>
                  <a:srgbClr val="000000"/>
                </a:solidFill>
                <a:effectLst/>
                <a:uLnTx/>
                <a:uFillTx/>
                <a:latin typeface="Arial"/>
                <a:ea typeface="PMingLiU" panose="02020500000000000000" pitchFamily="18" charset="-120"/>
                <a:cs typeface="+mn-cs"/>
              </a:rPr>
              <a:t> Begin with small value and increase at iteration that improves performance and   decrease at iteration that  degrades performance.</a:t>
            </a:r>
          </a:p>
          <a:p>
            <a:pPr marL="180000" marR="0" lvl="0" indent="-169863" algn="l" defTabSz="914400" rtl="0" eaLnBrk="1" fontAlgn="base" latinLnBrk="0" hangingPunct="1">
              <a:lnSpc>
                <a:spcPct val="200000"/>
              </a:lnSpc>
              <a:spcBef>
                <a:spcPts val="0"/>
              </a:spcBef>
              <a:spcAft>
                <a:spcPct val="0"/>
              </a:spcAft>
              <a:buClrTx/>
              <a:buSzPct val="80000"/>
              <a:buFont typeface="+mj-lt"/>
              <a:buAutoNum type="arabicPeriod"/>
              <a:tabLst/>
              <a:defRPr/>
            </a:pPr>
            <a:r>
              <a:rPr kumimoji="1" lang="en-US" altLang="en-US" sz="1800" b="0" i="0" u="none" strike="noStrike" kern="1200" cap="none" spc="0" normalizeH="0" baseline="0" noProof="0" dirty="0">
                <a:ln>
                  <a:noFill/>
                </a:ln>
                <a:solidFill>
                  <a:srgbClr val="000000"/>
                </a:solidFill>
                <a:effectLst/>
                <a:uLnTx/>
                <a:uFillTx/>
                <a:latin typeface="Arial"/>
                <a:ea typeface="PMingLiU" panose="02020500000000000000" pitchFamily="18" charset="-120"/>
                <a:cs typeface="+mn-cs"/>
              </a:rPr>
              <a:t> Use second derivative of error to determine rate.</a:t>
            </a:r>
          </a:p>
          <a:p>
            <a:pPr marL="180000" marR="0" lvl="0" indent="-169863" algn="l" defTabSz="914400" rtl="0" eaLnBrk="1" fontAlgn="base" latinLnBrk="0" hangingPunct="1">
              <a:lnSpc>
                <a:spcPct val="200000"/>
              </a:lnSpc>
              <a:spcBef>
                <a:spcPts val="0"/>
              </a:spcBef>
              <a:spcAft>
                <a:spcPct val="0"/>
              </a:spcAft>
              <a:buClr>
                <a:srgbClr val="FFCC66"/>
              </a:buClr>
              <a:buSzPct val="80000"/>
              <a:buFont typeface="Wingdings" panose="05000000000000000000" pitchFamily="2" charset="2"/>
              <a:buNone/>
              <a:tabLst/>
              <a:defRPr/>
            </a:pPr>
            <a:r>
              <a:rPr kumimoji="1" lang="en-US" altLang="en-US" sz="1800" b="0" i="0" u="none" strike="noStrike" kern="1200" cap="none" spc="0" normalizeH="0" baseline="0" noProof="0" dirty="0">
                <a:ln>
                  <a:noFill/>
                </a:ln>
                <a:solidFill>
                  <a:srgbClr val="000000"/>
                </a:solidFill>
                <a:effectLst/>
                <a:uLnTx/>
                <a:uFillTx/>
                <a:latin typeface="Arial"/>
                <a:ea typeface="PMingLiU" panose="02020500000000000000" pitchFamily="18" charset="-120"/>
                <a:cs typeface="+mn-cs"/>
              </a:rPr>
              <a:t>        Small second derivative – Permits larger step size or larger learning rate.</a:t>
            </a:r>
          </a:p>
          <a:p>
            <a:pPr marL="180000" marR="0" lvl="0" indent="-169863" algn="l" defTabSz="914400" rtl="0" eaLnBrk="1" fontAlgn="base" latinLnBrk="0" hangingPunct="1">
              <a:lnSpc>
                <a:spcPct val="200000"/>
              </a:lnSpc>
              <a:spcBef>
                <a:spcPts val="0"/>
              </a:spcBef>
              <a:spcAft>
                <a:spcPct val="0"/>
              </a:spcAft>
              <a:buClr>
                <a:srgbClr val="FFCC66"/>
              </a:buClr>
              <a:buSzPct val="80000"/>
              <a:buFont typeface="Wingdings" panose="05000000000000000000" pitchFamily="2" charset="2"/>
              <a:buNone/>
              <a:tabLst/>
              <a:defRPr/>
            </a:pPr>
            <a:r>
              <a:rPr kumimoji="1" lang="en-US" altLang="en-US" sz="1800" b="0" i="0" u="none" strike="noStrike" kern="1200" cap="none" spc="0" normalizeH="0" baseline="0" noProof="0" dirty="0">
                <a:ln>
                  <a:noFill/>
                </a:ln>
                <a:solidFill>
                  <a:srgbClr val="000000"/>
                </a:solidFill>
                <a:effectLst/>
                <a:uLnTx/>
                <a:uFillTx/>
                <a:latin typeface="Arial"/>
                <a:ea typeface="PMingLiU" panose="02020500000000000000" pitchFamily="18" charset="-120"/>
                <a:cs typeface="+mn-cs"/>
              </a:rPr>
              <a:t>        Large second derivative -  Dictates smaller step size or smaller learning rate.</a:t>
            </a:r>
          </a:p>
          <a:p>
            <a:r>
              <a:rPr kumimoji="1" lang="en-IN" sz="1800" b="1" i="0" u="none" strike="noStrike" kern="1200" cap="none" spc="0" normalizeH="0" baseline="0" noProof="0" dirty="0">
                <a:ln>
                  <a:noFill/>
                </a:ln>
                <a:solidFill>
                  <a:srgbClr val="003366"/>
                </a:solidFill>
                <a:effectLst/>
                <a:uLnTx/>
                <a:uFillTx/>
                <a:latin typeface="Arial"/>
                <a:ea typeface="PMingLiU" panose="02020500000000000000" pitchFamily="18" charset="-120"/>
                <a:cs typeface="+mn-cs"/>
              </a:rPr>
              <a:t>WRITE AS EXPLAINED IN THE CLASS</a:t>
            </a:r>
            <a:endParaRPr lang="en-IN" dirty="0"/>
          </a:p>
        </p:txBody>
      </p:sp>
      <p:sp>
        <p:nvSpPr>
          <p:cNvPr id="4" name="Slide Number Placeholder 3">
            <a:extLst>
              <a:ext uri="{FF2B5EF4-FFF2-40B4-BE49-F238E27FC236}">
                <a16:creationId xmlns:a16="http://schemas.microsoft.com/office/drawing/2014/main" id="{C0999F56-79FD-442F-896D-45CF3D9351DD}"/>
              </a:ext>
            </a:extLst>
          </p:cNvPr>
          <p:cNvSpPr>
            <a:spLocks noGrp="1"/>
          </p:cNvSpPr>
          <p:nvPr>
            <p:ph type="sldNum" sz="quarter" idx="12"/>
          </p:nvPr>
        </p:nvSpPr>
        <p:spPr/>
        <p:txBody>
          <a:bodyPr/>
          <a:lstStyle/>
          <a:p>
            <a:pPr>
              <a:defRPr/>
            </a:pPr>
            <a:fld id="{9AD681D7-8A59-4380-9311-10B86FF921AA}" type="slidenum">
              <a:rPr lang="en-US" altLang="zh-TW" smtClean="0"/>
              <a:pPr>
                <a:defRPr/>
              </a:pPr>
              <a:t>39</a:t>
            </a:fld>
            <a:endParaRPr lang="en-US" altLang="zh-TW"/>
          </a:p>
        </p:txBody>
      </p:sp>
    </p:spTree>
    <p:extLst>
      <p:ext uri="{BB962C8B-B14F-4D97-AF65-F5344CB8AC3E}">
        <p14:creationId xmlns:p14="http://schemas.microsoft.com/office/powerpoint/2010/main" val="21085681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FEDB8-F000-49A6-9D0B-91696D6DA574}"/>
              </a:ext>
            </a:extLst>
          </p:cNvPr>
          <p:cNvSpPr>
            <a:spLocks noGrp="1"/>
          </p:cNvSpPr>
          <p:nvPr>
            <p:ph type="title"/>
          </p:nvPr>
        </p:nvSpPr>
        <p:spPr/>
        <p:txBody>
          <a:bodyPr/>
          <a:lstStyle/>
          <a:p>
            <a: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Design Considerations for EBPA</a:t>
            </a:r>
            <a:endParaRPr lang="en-IN" dirty="0"/>
          </a:p>
        </p:txBody>
      </p:sp>
      <p:sp>
        <p:nvSpPr>
          <p:cNvPr id="3" name="Content Placeholder 2">
            <a:extLst>
              <a:ext uri="{FF2B5EF4-FFF2-40B4-BE49-F238E27FC236}">
                <a16:creationId xmlns:a16="http://schemas.microsoft.com/office/drawing/2014/main" id="{7F49C594-01A8-454B-AEE6-DBA54A4ACFC4}"/>
              </a:ext>
            </a:extLst>
          </p:cNvPr>
          <p:cNvSpPr>
            <a:spLocks noGrp="1"/>
          </p:cNvSpPr>
          <p:nvPr>
            <p:ph idx="1"/>
          </p:nvPr>
        </p:nvSpPr>
        <p:spPr>
          <a:xfrm>
            <a:off x="1170516" y="2143761"/>
            <a:ext cx="10257367" cy="4587239"/>
          </a:xfrm>
        </p:spPr>
        <p:txBody>
          <a:bodyPr/>
          <a:lstStyle/>
          <a:p>
            <a:pPr marL="342900" marR="0" lvl="0" indent="-342900" algn="l" defTabSz="914400" rtl="0" eaLnBrk="0" fontAlgn="base" latinLnBrk="0" hangingPunct="0">
              <a:lnSpc>
                <a:spcPct val="150000"/>
              </a:lnSpc>
              <a:spcBef>
                <a:spcPct val="20000"/>
              </a:spcBef>
              <a:spcAft>
                <a:spcPct val="0"/>
              </a:spcAft>
              <a:buClr>
                <a:srgbClr val="003366"/>
              </a:buClr>
              <a:buSzPct val="75000"/>
              <a:buFont typeface="Wingdings" panose="05000000000000000000" pitchFamily="2" charset="2"/>
              <a:buChar char="l"/>
              <a:tabLst/>
              <a:defRPr/>
            </a:pPr>
            <a:r>
              <a:rPr lang="en-IN" sz="2000" b="1" dirty="0">
                <a:solidFill>
                  <a:srgbClr val="000000"/>
                </a:solidFill>
                <a:latin typeface="Arial"/>
              </a:rPr>
              <a:t>Number of samples: </a:t>
            </a:r>
          </a:p>
          <a:p>
            <a:pPr marL="1071563" marR="0" lvl="0" indent="-536575" defTabSz="914400" eaLnBrk="1" latinLnBrk="0" hangingPunct="1">
              <a:spcBef>
                <a:spcPts val="0"/>
              </a:spcBef>
              <a:buClr>
                <a:srgbClr val="FFCC66"/>
              </a:buClr>
              <a:buSzPct val="80000"/>
              <a:buNone/>
              <a:tabLst/>
              <a:defRPr/>
            </a:pPr>
            <a:r>
              <a:rPr lang="en-US" altLang="en-US" sz="1800" b="1" dirty="0">
                <a:solidFill>
                  <a:srgbClr val="000000"/>
                </a:solidFill>
              </a:rPr>
              <a:t>Thumb rule – </a:t>
            </a:r>
          </a:p>
          <a:p>
            <a:pPr marL="1071563" marR="0" lvl="0" indent="-536575" defTabSz="914400" eaLnBrk="1" latinLnBrk="0" hangingPunct="1">
              <a:spcBef>
                <a:spcPts val="0"/>
              </a:spcBef>
              <a:buClr>
                <a:srgbClr val="FFCC66"/>
              </a:buClr>
              <a:buSzPct val="80000"/>
              <a:buNone/>
              <a:tabLst/>
              <a:defRPr/>
            </a:pPr>
            <a:r>
              <a:rPr lang="en-US" altLang="en-US" sz="1800" dirty="0">
                <a:solidFill>
                  <a:srgbClr val="000000"/>
                </a:solidFill>
              </a:rPr>
              <a:t>	Number of samples = 5 to 10 times the number of weights to be trained.</a:t>
            </a:r>
          </a:p>
          <a:p>
            <a:pPr marL="1071563" marR="0" lvl="0" indent="-536575" defTabSz="914400" eaLnBrk="1" latinLnBrk="0" hangingPunct="1">
              <a:spcBef>
                <a:spcPts val="0"/>
              </a:spcBef>
              <a:buClr>
                <a:srgbClr val="FFCC66"/>
              </a:buClr>
              <a:buSzPct val="80000"/>
              <a:buNone/>
              <a:tabLst/>
              <a:defRPr/>
            </a:pPr>
            <a:endParaRPr lang="en-US" altLang="en-US" sz="1800" dirty="0">
              <a:solidFill>
                <a:srgbClr val="000000"/>
              </a:solidFill>
            </a:endParaRPr>
          </a:p>
          <a:p>
            <a:pPr marL="1071563" marR="0" lvl="0" indent="-536575" defTabSz="914400" eaLnBrk="1" latinLnBrk="0" hangingPunct="1">
              <a:spcBef>
                <a:spcPts val="0"/>
              </a:spcBef>
              <a:buClr>
                <a:srgbClr val="FFCC66"/>
              </a:buClr>
              <a:buSzPct val="80000"/>
              <a:buNone/>
              <a:tabLst/>
              <a:defRPr/>
            </a:pPr>
            <a:r>
              <a:rPr lang="en-US" altLang="en-US" sz="1800" b="1" dirty="0">
                <a:solidFill>
                  <a:srgbClr val="000000"/>
                </a:solidFill>
              </a:rPr>
              <a:t>Baum &amp; Haussler – (Necessary condition)</a:t>
            </a:r>
          </a:p>
          <a:p>
            <a:pPr marL="1071563" marR="0" lvl="0" indent="-536575" defTabSz="914400" eaLnBrk="1" latinLnBrk="0" hangingPunct="1">
              <a:spcBef>
                <a:spcPts val="0"/>
              </a:spcBef>
              <a:buClr>
                <a:srgbClr val="FFCC66"/>
              </a:buClr>
              <a:buSzPct val="80000"/>
              <a:buNone/>
              <a:tabLst/>
              <a:defRPr/>
            </a:pPr>
            <a:endParaRPr lang="en-US" altLang="en-US" sz="1800" b="1" dirty="0">
              <a:solidFill>
                <a:srgbClr val="000000"/>
              </a:solidFill>
            </a:endParaRPr>
          </a:p>
          <a:p>
            <a:pPr marL="1071563" marR="0" lvl="0" indent="-536575" defTabSz="914400" eaLnBrk="1" latinLnBrk="0" hangingPunct="1">
              <a:spcBef>
                <a:spcPts val="0"/>
              </a:spcBef>
              <a:buClr>
                <a:srgbClr val="FFCC66"/>
              </a:buClr>
              <a:buSzPct val="80000"/>
              <a:buNone/>
              <a:tabLst/>
              <a:defRPr/>
            </a:pPr>
            <a:r>
              <a:rPr lang="en-US" altLang="en-US" sz="1800" dirty="0">
                <a:solidFill>
                  <a:srgbClr val="000000"/>
                </a:solidFill>
              </a:rPr>
              <a:t>	Number of samples  P  &gt;  |W| / (1-a)</a:t>
            </a:r>
          </a:p>
          <a:p>
            <a:pPr marL="1071563" marR="0" lvl="0" indent="-536575" defTabSz="914400" eaLnBrk="1" latinLnBrk="0" hangingPunct="1">
              <a:spcBef>
                <a:spcPts val="0"/>
              </a:spcBef>
              <a:buClr>
                <a:srgbClr val="FFCC66"/>
              </a:buClr>
              <a:buSzPct val="80000"/>
              <a:buNone/>
              <a:tabLst/>
              <a:defRPr/>
            </a:pPr>
            <a:r>
              <a:rPr lang="en-US" altLang="en-US" sz="1800" dirty="0">
                <a:solidFill>
                  <a:srgbClr val="000000"/>
                </a:solidFill>
              </a:rPr>
              <a:t>	where P = size of training set, </a:t>
            </a:r>
          </a:p>
          <a:p>
            <a:pPr marL="1071563" marR="0" lvl="0" indent="-536575" defTabSz="914400" eaLnBrk="1" latinLnBrk="0" hangingPunct="1">
              <a:spcBef>
                <a:spcPts val="0"/>
              </a:spcBef>
              <a:buClr>
                <a:srgbClr val="FFCC66"/>
              </a:buClr>
              <a:buSzPct val="80000"/>
              <a:buNone/>
              <a:tabLst/>
              <a:defRPr/>
            </a:pPr>
            <a:r>
              <a:rPr lang="en-US" altLang="en-US" sz="1800" dirty="0">
                <a:solidFill>
                  <a:srgbClr val="000000"/>
                </a:solidFill>
              </a:rPr>
              <a:t>	           W = No of weights, </a:t>
            </a:r>
          </a:p>
          <a:p>
            <a:pPr marL="1071563" marR="0" lvl="0" indent="-536575" defTabSz="914400" eaLnBrk="1" latinLnBrk="0" hangingPunct="1">
              <a:spcBef>
                <a:spcPts val="0"/>
              </a:spcBef>
              <a:buClr>
                <a:srgbClr val="FFCC66"/>
              </a:buClr>
              <a:buSzPct val="80000"/>
              <a:buNone/>
              <a:tabLst/>
              <a:defRPr/>
            </a:pPr>
            <a:r>
              <a:rPr lang="en-US" altLang="en-US" sz="1800" dirty="0">
                <a:solidFill>
                  <a:srgbClr val="000000"/>
                </a:solidFill>
              </a:rPr>
              <a:t>	           a = required accuracy</a:t>
            </a:r>
          </a:p>
          <a:p>
            <a:pPr marL="1071563" marR="0" lvl="0" indent="-536575" defTabSz="914400" eaLnBrk="1" latinLnBrk="0" hangingPunct="1">
              <a:spcBef>
                <a:spcPts val="0"/>
              </a:spcBef>
              <a:buClr>
                <a:srgbClr val="FFCC66"/>
              </a:buClr>
              <a:buSzPct val="80000"/>
              <a:buNone/>
              <a:tabLst/>
              <a:defRPr/>
            </a:pPr>
            <a:endParaRPr lang="en-US" altLang="en-US" sz="1800" dirty="0">
              <a:solidFill>
                <a:srgbClr val="000000"/>
              </a:solidFill>
            </a:endParaRPr>
          </a:p>
          <a:p>
            <a:pPr marL="1071563" marR="0" lvl="0" indent="-536575" defTabSz="914400" eaLnBrk="1" latinLnBrk="0" hangingPunct="1">
              <a:spcBef>
                <a:spcPts val="0"/>
              </a:spcBef>
              <a:buClr>
                <a:srgbClr val="FFCC66"/>
              </a:buClr>
              <a:buSzPct val="80000"/>
              <a:buNone/>
              <a:tabLst/>
              <a:defRPr/>
            </a:pPr>
            <a:r>
              <a:rPr lang="en-US" altLang="en-US" sz="1800" dirty="0" err="1">
                <a:solidFill>
                  <a:srgbClr val="000000"/>
                </a:solidFill>
              </a:rPr>
              <a:t>Eg</a:t>
            </a:r>
            <a:r>
              <a:rPr lang="en-US" altLang="en-US" sz="1800" dirty="0">
                <a:solidFill>
                  <a:srgbClr val="000000"/>
                </a:solidFill>
              </a:rPr>
              <a:t>: With 27 weights and 95% accuracy number of samples needed = 540.</a:t>
            </a:r>
          </a:p>
          <a:p>
            <a:pPr marL="1071563" marR="0" lvl="0" indent="-536575" defTabSz="914400" eaLnBrk="1" latinLnBrk="0" hangingPunct="1">
              <a:spcBef>
                <a:spcPts val="0"/>
              </a:spcBef>
              <a:buClr>
                <a:srgbClr val="FFCC66"/>
              </a:buClr>
              <a:buSzPct val="80000"/>
              <a:buNone/>
              <a:tabLst/>
              <a:defRPr/>
            </a:pPr>
            <a:endParaRPr lang="en-US" altLang="en-US" sz="1800" dirty="0">
              <a:solidFill>
                <a:srgbClr val="000000"/>
              </a:solidFill>
            </a:endParaRPr>
          </a:p>
          <a:p>
            <a:pPr marL="1071563" indent="-536575" eaLnBrk="1" hangingPunct="1">
              <a:spcBef>
                <a:spcPts val="0"/>
              </a:spcBef>
              <a:buClr>
                <a:srgbClr val="FFCC66"/>
              </a:buClr>
              <a:buSzPct val="80000"/>
              <a:buNone/>
              <a:defRPr/>
            </a:pPr>
            <a:r>
              <a:rPr lang="en-US" altLang="en-US" sz="1800" b="1" dirty="0">
                <a:solidFill>
                  <a:srgbClr val="000000"/>
                </a:solidFill>
              </a:rPr>
              <a:t>Modified rule – (Sufficient condition)</a:t>
            </a:r>
          </a:p>
          <a:p>
            <a:pPr marL="1071563" indent="-536575" eaLnBrk="1" hangingPunct="1">
              <a:spcBef>
                <a:spcPts val="0"/>
              </a:spcBef>
              <a:buClr>
                <a:srgbClr val="FFCC66"/>
              </a:buClr>
              <a:buSzPct val="80000"/>
              <a:buNone/>
              <a:defRPr/>
            </a:pPr>
            <a:endParaRPr lang="en-US" altLang="en-US" sz="1800" b="1" dirty="0">
              <a:solidFill>
                <a:srgbClr val="000000"/>
              </a:solidFill>
            </a:endParaRPr>
          </a:p>
          <a:p>
            <a:pPr marL="1071563" indent="-536575" eaLnBrk="1" hangingPunct="1">
              <a:spcBef>
                <a:spcPts val="0"/>
              </a:spcBef>
              <a:buClr>
                <a:srgbClr val="FFCC66"/>
              </a:buClr>
              <a:buSzPct val="80000"/>
              <a:buNone/>
              <a:defRPr/>
            </a:pPr>
            <a:r>
              <a:rPr lang="en-US" altLang="en-US" sz="1800" dirty="0">
                <a:solidFill>
                  <a:srgbClr val="000000"/>
                </a:solidFill>
              </a:rPr>
              <a:t>	P &gt; {|W| / a} log{n / (1-a)}                              	where n = number of nodes.</a:t>
            </a:r>
          </a:p>
          <a:p>
            <a:pPr marL="1071563" indent="0" eaLnBrk="1" hangingPunct="1">
              <a:spcBef>
                <a:spcPts val="0"/>
              </a:spcBef>
              <a:buClr>
                <a:srgbClr val="FFCC66"/>
              </a:buClr>
              <a:buSzPct val="80000"/>
              <a:buNone/>
              <a:defRPr/>
            </a:pPr>
            <a:endParaRPr lang="en-US" altLang="en-US" sz="2000" dirty="0">
              <a:solidFill>
                <a:srgbClr val="000000"/>
              </a:solidFill>
            </a:endParaRPr>
          </a:p>
          <a:p>
            <a:pPr marL="342900" marR="0" lvl="0" indent="-342900" algn="l" defTabSz="914400" rtl="0" eaLnBrk="0" fontAlgn="base" latinLnBrk="0" hangingPunct="0">
              <a:lnSpc>
                <a:spcPct val="150000"/>
              </a:lnSpc>
              <a:spcBef>
                <a:spcPct val="20000"/>
              </a:spcBef>
              <a:spcAft>
                <a:spcPct val="0"/>
              </a:spcAft>
              <a:buClr>
                <a:srgbClr val="003366"/>
              </a:buClr>
              <a:buSzPct val="75000"/>
              <a:buFont typeface="Wingdings" panose="05000000000000000000" pitchFamily="2" charset="2"/>
              <a:buChar char="l"/>
              <a:tabLst/>
              <a:defRPr/>
            </a:pPr>
            <a:endParaRPr lang="en-IN" sz="2000" b="1" dirty="0">
              <a:solidFill>
                <a:srgbClr val="000000"/>
              </a:solidFill>
              <a:latin typeface="Arial"/>
            </a:endParaRPr>
          </a:p>
          <a:p>
            <a:pPr marL="342900" marR="0" lvl="0" indent="-342900" algn="l" defTabSz="914400" rtl="0" eaLnBrk="0" fontAlgn="base" latinLnBrk="0" hangingPunct="0">
              <a:lnSpc>
                <a:spcPct val="150000"/>
              </a:lnSpc>
              <a:spcBef>
                <a:spcPct val="20000"/>
              </a:spcBef>
              <a:spcAft>
                <a:spcPct val="0"/>
              </a:spcAft>
              <a:buClr>
                <a:srgbClr val="003366"/>
              </a:buClr>
              <a:buSzPct val="75000"/>
              <a:buFont typeface="Wingdings" panose="05000000000000000000" pitchFamily="2" charset="2"/>
              <a:buChar char="l"/>
              <a:tabLst/>
              <a:defRPr/>
            </a:pPr>
            <a:endParaRPr kumimoji="1" lang="en-IN" sz="2000" b="1" i="0" u="none" strike="noStrike" kern="1200" cap="none" spc="0" normalizeH="0" baseline="0" noProof="0" dirty="0">
              <a:ln>
                <a:noFill/>
              </a:ln>
              <a:solidFill>
                <a:srgbClr val="000000"/>
              </a:solidFill>
              <a:effectLst/>
              <a:uLnTx/>
              <a:uFillTx/>
              <a:latin typeface="Arial"/>
              <a:ea typeface="PMingLiU" panose="02020500000000000000" pitchFamily="18" charset="-120"/>
              <a:cs typeface="+mn-cs"/>
            </a:endParaRPr>
          </a:p>
          <a:p>
            <a:endParaRPr lang="en-IN" dirty="0"/>
          </a:p>
        </p:txBody>
      </p:sp>
      <p:sp>
        <p:nvSpPr>
          <p:cNvPr id="4" name="Slide Number Placeholder 3">
            <a:extLst>
              <a:ext uri="{FF2B5EF4-FFF2-40B4-BE49-F238E27FC236}">
                <a16:creationId xmlns:a16="http://schemas.microsoft.com/office/drawing/2014/main" id="{A00094A0-2E10-4938-8A63-96746D4DD97D}"/>
              </a:ext>
            </a:extLst>
          </p:cNvPr>
          <p:cNvSpPr>
            <a:spLocks noGrp="1"/>
          </p:cNvSpPr>
          <p:nvPr>
            <p:ph type="sldNum" sz="quarter" idx="12"/>
          </p:nvPr>
        </p:nvSpPr>
        <p:spPr/>
        <p:txBody>
          <a:bodyPr/>
          <a:lstStyle/>
          <a:p>
            <a:pPr>
              <a:defRPr/>
            </a:pPr>
            <a:fld id="{9AD681D7-8A59-4380-9311-10B86FF921AA}" type="slidenum">
              <a:rPr lang="en-US" altLang="zh-TW" smtClean="0"/>
              <a:pPr>
                <a:defRPr/>
              </a:pPr>
              <a:t>40</a:t>
            </a:fld>
            <a:endParaRPr lang="en-US" altLang="zh-TW"/>
          </a:p>
        </p:txBody>
      </p:sp>
    </p:spTree>
    <p:extLst>
      <p:ext uri="{BB962C8B-B14F-4D97-AF65-F5344CB8AC3E}">
        <p14:creationId xmlns:p14="http://schemas.microsoft.com/office/powerpoint/2010/main" val="10042008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66C90-3FC9-47BF-A5A5-D528F304E8DB}"/>
              </a:ext>
            </a:extLst>
          </p:cNvPr>
          <p:cNvSpPr>
            <a:spLocks noGrp="1"/>
          </p:cNvSpPr>
          <p:nvPr>
            <p:ph type="title"/>
          </p:nvPr>
        </p:nvSpPr>
        <p:spPr/>
        <p:txBody>
          <a:bodyPr/>
          <a:lstStyle/>
          <a:p>
            <a: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Design Considerations for EBPA</a:t>
            </a:r>
            <a:endParaRPr lang="en-IN" dirty="0"/>
          </a:p>
        </p:txBody>
      </p:sp>
      <p:sp>
        <p:nvSpPr>
          <p:cNvPr id="3" name="Content Placeholder 2">
            <a:extLst>
              <a:ext uri="{FF2B5EF4-FFF2-40B4-BE49-F238E27FC236}">
                <a16:creationId xmlns:a16="http://schemas.microsoft.com/office/drawing/2014/main" id="{3C4DBB19-E5AC-492F-857B-FB89FB79FEEB}"/>
              </a:ext>
            </a:extLst>
          </p:cNvPr>
          <p:cNvSpPr>
            <a:spLocks noGrp="1"/>
          </p:cNvSpPr>
          <p:nvPr>
            <p:ph idx="1"/>
          </p:nvPr>
        </p:nvSpPr>
        <p:spPr/>
        <p:txBody>
          <a:bodyPr/>
          <a:lstStyle/>
          <a:p>
            <a:pPr marL="342900" marR="0" lvl="0" indent="-342900" algn="l" defTabSz="914400" rtl="0" eaLnBrk="0" fontAlgn="base" latinLnBrk="0" hangingPunct="0">
              <a:lnSpc>
                <a:spcPct val="150000"/>
              </a:lnSpc>
              <a:spcBef>
                <a:spcPct val="20000"/>
              </a:spcBef>
              <a:spcAft>
                <a:spcPct val="0"/>
              </a:spcAft>
              <a:buClr>
                <a:srgbClr val="003366"/>
              </a:buClr>
              <a:buSzPct val="75000"/>
              <a:buFont typeface="Wingdings" panose="05000000000000000000" pitchFamily="2" charset="2"/>
              <a:buChar char="l"/>
              <a:tabLst/>
              <a:defRPr/>
            </a:pPr>
            <a:r>
              <a:rPr kumimoji="1" lang="en-IN" sz="2000" b="1" i="0" u="none" strike="noStrike" kern="1200" cap="none" spc="0" normalizeH="0" baseline="0" noProof="0" dirty="0">
                <a:ln>
                  <a:noFill/>
                </a:ln>
                <a:solidFill>
                  <a:srgbClr val="000000"/>
                </a:solidFill>
                <a:effectLst/>
                <a:uLnTx/>
                <a:uFillTx/>
                <a:latin typeface="Arial"/>
                <a:ea typeface="PMingLiU" panose="02020500000000000000" pitchFamily="18" charset="-120"/>
                <a:cs typeface="+mn-cs"/>
              </a:rPr>
              <a:t>Frequency of updating</a:t>
            </a:r>
          </a:p>
          <a:p>
            <a:pPr marL="1071563" marR="0" lvl="0" indent="-889000" algn="l" defTabSz="914400" rtl="0" eaLnBrk="1" fontAlgn="base" latinLnBrk="0" hangingPunct="1">
              <a:lnSpc>
                <a:spcPct val="100000"/>
              </a:lnSpc>
              <a:spcBef>
                <a:spcPts val="0"/>
              </a:spcBef>
              <a:spcAft>
                <a:spcPct val="0"/>
              </a:spcAft>
              <a:buClr>
                <a:srgbClr val="FFCC66"/>
              </a:buClr>
              <a:buSzPct val="80000"/>
              <a:buFont typeface="Wingdings" panose="05000000000000000000" pitchFamily="2" charset="2"/>
              <a:buNone/>
              <a:tabLst/>
              <a:defRPr/>
            </a:pPr>
            <a:r>
              <a:rPr lang="en-US" altLang="en-US" sz="2000" dirty="0">
                <a:solidFill>
                  <a:srgbClr val="000000"/>
                </a:solidFill>
              </a:rPr>
              <a:t>                                                  </a:t>
            </a:r>
            <a:r>
              <a:rPr kumimoji="1" lang="en-US" altLang="en-US" sz="2000" b="0" i="0" u="none" strike="noStrike" kern="1200" cap="none" spc="0" normalizeH="0" baseline="0" noProof="0" dirty="0">
                <a:ln>
                  <a:noFill/>
                </a:ln>
                <a:solidFill>
                  <a:srgbClr val="000000"/>
                </a:solidFill>
                <a:effectLst/>
                <a:uLnTx/>
                <a:uFillTx/>
                <a:latin typeface="Arial"/>
                <a:ea typeface="PMingLiU" panose="02020500000000000000" pitchFamily="18" charset="-120"/>
                <a:cs typeface="+mn-cs"/>
              </a:rPr>
              <a:t> </a:t>
            </a:r>
          </a:p>
          <a:p>
            <a:pPr marL="342900" marR="0" lvl="0" indent="-342900" algn="l" defTabSz="914400" rtl="0" eaLnBrk="0" fontAlgn="base" latinLnBrk="0" hangingPunct="0">
              <a:lnSpc>
                <a:spcPct val="150000"/>
              </a:lnSpc>
              <a:spcBef>
                <a:spcPct val="20000"/>
              </a:spcBef>
              <a:spcAft>
                <a:spcPct val="0"/>
              </a:spcAft>
              <a:buClr>
                <a:srgbClr val="003366"/>
              </a:buClr>
              <a:buSzPct val="75000"/>
              <a:buFont typeface="Wingdings" panose="05000000000000000000" pitchFamily="2" charset="2"/>
              <a:buChar char="l"/>
              <a:tabLst/>
              <a:defRPr/>
            </a:pPr>
            <a:endParaRPr lang="en-IN" sz="2000" dirty="0">
              <a:solidFill>
                <a:srgbClr val="000000"/>
              </a:solidFill>
              <a:latin typeface="Arial"/>
            </a:endParaRPr>
          </a:p>
          <a:p>
            <a:pPr marL="342900" marR="0" lvl="0" indent="-342900" algn="l" defTabSz="914400" rtl="0" eaLnBrk="0" fontAlgn="base" latinLnBrk="0" hangingPunct="0">
              <a:lnSpc>
                <a:spcPct val="150000"/>
              </a:lnSpc>
              <a:spcBef>
                <a:spcPct val="20000"/>
              </a:spcBef>
              <a:spcAft>
                <a:spcPct val="0"/>
              </a:spcAft>
              <a:buClr>
                <a:srgbClr val="003366"/>
              </a:buClr>
              <a:buSzPct val="75000"/>
              <a:buFont typeface="Wingdings" panose="05000000000000000000" pitchFamily="2" charset="2"/>
              <a:buChar char="l"/>
              <a:tabLst/>
              <a:defRPr/>
            </a:pPr>
            <a:endParaRPr kumimoji="1" lang="en-IN" sz="2000" b="0" i="0" u="none" strike="noStrike" kern="1200" cap="none" spc="0" normalizeH="0" baseline="0" noProof="0" dirty="0">
              <a:ln>
                <a:noFill/>
              </a:ln>
              <a:solidFill>
                <a:srgbClr val="003366"/>
              </a:solidFill>
              <a:effectLst/>
              <a:uLnTx/>
              <a:uFillTx/>
              <a:latin typeface="Arial"/>
              <a:ea typeface="PMingLiU" panose="02020500000000000000" pitchFamily="18" charset="-120"/>
              <a:cs typeface="+mn-cs"/>
            </a:endParaRPr>
          </a:p>
          <a:p>
            <a:pPr marL="342900" marR="0" lvl="0" indent="-342900" algn="l" defTabSz="914400" rtl="0" eaLnBrk="0" fontAlgn="base" latinLnBrk="0" hangingPunct="0">
              <a:lnSpc>
                <a:spcPct val="150000"/>
              </a:lnSpc>
              <a:spcBef>
                <a:spcPct val="20000"/>
              </a:spcBef>
              <a:spcAft>
                <a:spcPct val="0"/>
              </a:spcAft>
              <a:buClr>
                <a:srgbClr val="003366"/>
              </a:buClr>
              <a:buSzPct val="75000"/>
              <a:buFont typeface="Wingdings" panose="05000000000000000000" pitchFamily="2" charset="2"/>
              <a:buChar char="l"/>
              <a:tabLst/>
              <a:defRPr/>
            </a:pPr>
            <a:endParaRPr kumimoji="1" lang="en-IN" sz="2000" b="0" i="0" u="none" strike="noStrike" kern="1200" cap="none" spc="0" normalizeH="0" baseline="0" noProof="0" dirty="0">
              <a:ln>
                <a:noFill/>
              </a:ln>
              <a:solidFill>
                <a:srgbClr val="003366"/>
              </a:solidFill>
              <a:effectLst/>
              <a:uLnTx/>
              <a:uFillTx/>
              <a:latin typeface="Arial"/>
              <a:ea typeface="PMingLiU" panose="02020500000000000000" pitchFamily="18" charset="-120"/>
              <a:cs typeface="+mn-cs"/>
            </a:endParaRPr>
          </a:p>
          <a:p>
            <a:endParaRPr lang="en-IN" dirty="0"/>
          </a:p>
        </p:txBody>
      </p:sp>
      <p:sp>
        <p:nvSpPr>
          <p:cNvPr id="4" name="Slide Number Placeholder 3">
            <a:extLst>
              <a:ext uri="{FF2B5EF4-FFF2-40B4-BE49-F238E27FC236}">
                <a16:creationId xmlns:a16="http://schemas.microsoft.com/office/drawing/2014/main" id="{CFDEACEE-4816-4A98-8513-DAA36E8BF8AC}"/>
              </a:ext>
            </a:extLst>
          </p:cNvPr>
          <p:cNvSpPr>
            <a:spLocks noGrp="1"/>
          </p:cNvSpPr>
          <p:nvPr>
            <p:ph type="sldNum" sz="quarter" idx="12"/>
          </p:nvPr>
        </p:nvSpPr>
        <p:spPr/>
        <p:txBody>
          <a:bodyPr/>
          <a:lstStyle/>
          <a:p>
            <a:pPr>
              <a:defRPr/>
            </a:pPr>
            <a:fld id="{9AD681D7-8A59-4380-9311-10B86FF921AA}" type="slidenum">
              <a:rPr lang="en-US" altLang="zh-TW" smtClean="0"/>
              <a:pPr>
                <a:defRPr/>
              </a:pPr>
              <a:t>41</a:t>
            </a:fld>
            <a:endParaRPr lang="en-US" altLang="zh-TW"/>
          </a:p>
        </p:txBody>
      </p:sp>
      <p:graphicFrame>
        <p:nvGraphicFramePr>
          <p:cNvPr id="5" name="Table 5">
            <a:extLst>
              <a:ext uri="{FF2B5EF4-FFF2-40B4-BE49-F238E27FC236}">
                <a16:creationId xmlns:a16="http://schemas.microsoft.com/office/drawing/2014/main" id="{20C36B66-99F2-4F31-A5B4-16CA540BAF48}"/>
              </a:ext>
            </a:extLst>
          </p:cNvPr>
          <p:cNvGraphicFramePr>
            <a:graphicFrameLocks noGrp="1"/>
          </p:cNvGraphicFramePr>
          <p:nvPr>
            <p:extLst>
              <p:ext uri="{D42A27DB-BD31-4B8C-83A1-F6EECF244321}">
                <p14:modId xmlns:p14="http://schemas.microsoft.com/office/powerpoint/2010/main" val="3112067161"/>
              </p:ext>
            </p:extLst>
          </p:nvPr>
        </p:nvGraphicFramePr>
        <p:xfrm>
          <a:off x="1901372" y="3069771"/>
          <a:ext cx="9348154" cy="3076762"/>
        </p:xfrm>
        <a:graphic>
          <a:graphicData uri="http://schemas.openxmlformats.org/drawingml/2006/table">
            <a:tbl>
              <a:tblPr firstRow="1" bandRow="1">
                <a:tableStyleId>{5C22544A-7EE6-4342-B048-85BDC9FD1C3A}</a:tableStyleId>
              </a:tblPr>
              <a:tblGrid>
                <a:gridCol w="4724155">
                  <a:extLst>
                    <a:ext uri="{9D8B030D-6E8A-4147-A177-3AD203B41FA5}">
                      <a16:colId xmlns:a16="http://schemas.microsoft.com/office/drawing/2014/main" val="3362908066"/>
                    </a:ext>
                  </a:extLst>
                </a:gridCol>
                <a:gridCol w="4623999">
                  <a:extLst>
                    <a:ext uri="{9D8B030D-6E8A-4147-A177-3AD203B41FA5}">
                      <a16:colId xmlns:a16="http://schemas.microsoft.com/office/drawing/2014/main" val="2049987102"/>
                    </a:ext>
                  </a:extLst>
                </a:gridCol>
              </a:tblGrid>
              <a:tr h="446307">
                <a:tc>
                  <a:txBody>
                    <a:bodyPr/>
                    <a:lstStyle/>
                    <a:p>
                      <a:r>
                        <a:rPr kumimoji="1" lang="en-US" altLang="en-US" sz="2000" b="1" i="0" u="none" strike="noStrike" kern="1200" cap="none" spc="0" normalizeH="0" baseline="0" noProof="0" dirty="0">
                          <a:ln>
                            <a:noFill/>
                          </a:ln>
                          <a:solidFill>
                            <a:srgbClr val="000000"/>
                          </a:solidFill>
                          <a:effectLst/>
                          <a:uLnTx/>
                          <a:uFillTx/>
                          <a:latin typeface="+mn-lt"/>
                          <a:ea typeface="PMingLiU" panose="02020500000000000000" pitchFamily="18" charset="-120"/>
                          <a:cs typeface="+mn-cs"/>
                        </a:rPr>
                        <a:t>Per pattern learning</a:t>
                      </a:r>
                      <a:endParaRPr lang="en-IN" b="1" dirty="0"/>
                    </a:p>
                  </a:txBody>
                  <a:tcPr/>
                </a:tc>
                <a:tc>
                  <a:txBody>
                    <a:bodyPr/>
                    <a:lstStyle/>
                    <a:p>
                      <a:r>
                        <a:rPr kumimoji="1" lang="en-US" altLang="en-US" sz="2000" b="1" i="0" u="none" strike="noStrike" kern="1200" cap="none" spc="0" normalizeH="0" baseline="0" noProof="0" dirty="0">
                          <a:ln>
                            <a:noFill/>
                          </a:ln>
                          <a:solidFill>
                            <a:srgbClr val="000000"/>
                          </a:solidFill>
                          <a:effectLst/>
                          <a:uLnTx/>
                          <a:uFillTx/>
                          <a:latin typeface="+mn-lt"/>
                          <a:ea typeface="PMingLiU" panose="02020500000000000000" pitchFamily="18" charset="-120"/>
                          <a:cs typeface="+mn-cs"/>
                        </a:rPr>
                        <a:t>Per epoch learning</a:t>
                      </a:r>
                      <a:endParaRPr lang="en-IN" b="1" dirty="0"/>
                    </a:p>
                  </a:txBody>
                  <a:tcPr/>
                </a:tc>
                <a:extLst>
                  <a:ext uri="{0D108BD9-81ED-4DB2-BD59-A6C34878D82A}">
                    <a16:rowId xmlns:a16="http://schemas.microsoft.com/office/drawing/2014/main" val="3595921858"/>
                  </a:ext>
                </a:extLst>
              </a:tr>
              <a:tr h="923575">
                <a:tc>
                  <a:txBody>
                    <a:bodyPr/>
                    <a:lstStyle/>
                    <a:p>
                      <a:r>
                        <a:rPr kumimoji="1" lang="en-US" altLang="en-US" sz="2000" b="0" i="0" u="none" strike="noStrike" kern="1200" cap="none" spc="0" normalizeH="0" baseline="0" noProof="0" dirty="0">
                          <a:ln>
                            <a:noFill/>
                          </a:ln>
                          <a:solidFill>
                            <a:srgbClr val="000000"/>
                          </a:solidFill>
                          <a:effectLst/>
                          <a:uLnTx/>
                          <a:uFillTx/>
                          <a:latin typeface="+mn-lt"/>
                          <a:ea typeface="PMingLiU" panose="02020500000000000000" pitchFamily="18" charset="-120"/>
                          <a:cs typeface="+mn-cs"/>
                        </a:rPr>
                        <a:t>Weights are changed after every sample.</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dirty="0">
                          <a:solidFill>
                            <a:srgbClr val="000000"/>
                          </a:solidFill>
                        </a:rPr>
                        <a:t>Weights are changed only after all training samples are presented to the network.</a:t>
                      </a:r>
                      <a:endParaRPr lang="en-IN" dirty="0"/>
                    </a:p>
                  </a:txBody>
                  <a:tcPr/>
                </a:tc>
                <a:extLst>
                  <a:ext uri="{0D108BD9-81ED-4DB2-BD59-A6C34878D82A}">
                    <a16:rowId xmlns:a16="http://schemas.microsoft.com/office/drawing/2014/main" val="2883093773"/>
                  </a:ext>
                </a:extLst>
              </a:tr>
              <a:tr h="709513">
                <a:tc>
                  <a:txBody>
                    <a:bodyPr/>
                    <a:lstStyle/>
                    <a:p>
                      <a:r>
                        <a:rPr kumimoji="1" lang="en-IN" sz="2000" b="0" i="0" u="none" strike="noStrike" kern="1200" cap="none" spc="0" normalizeH="0" baseline="0" dirty="0">
                          <a:ln>
                            <a:noFill/>
                          </a:ln>
                          <a:solidFill>
                            <a:srgbClr val="000000"/>
                          </a:solidFill>
                          <a:effectLst/>
                          <a:uLnTx/>
                          <a:uFillTx/>
                          <a:latin typeface="+mn-lt"/>
                          <a:ea typeface="PMingLiU" panose="02020500000000000000" pitchFamily="18" charset="-120"/>
                          <a:cs typeface="+mn-cs"/>
                        </a:rPr>
                        <a:t>Expensive and requires more computational power.</a:t>
                      </a:r>
                    </a:p>
                    <a:p>
                      <a:endParaRPr kumimoji="1" lang="en-IN" sz="2000" b="0" i="0" u="none" strike="noStrike" kern="1200" cap="none" spc="0" normalizeH="0" baseline="0" dirty="0">
                        <a:ln>
                          <a:noFill/>
                        </a:ln>
                        <a:solidFill>
                          <a:srgbClr val="000000"/>
                        </a:solidFill>
                        <a:effectLst/>
                        <a:uLnTx/>
                        <a:uFillTx/>
                        <a:latin typeface="+mn-lt"/>
                        <a:ea typeface="PMingLiU" panose="02020500000000000000" pitchFamily="18" charset="-120"/>
                        <a:cs typeface="+mn-cs"/>
                      </a:endParaRPr>
                    </a:p>
                  </a:txBody>
                  <a:tcPr/>
                </a:tc>
                <a:tc>
                  <a:txBody>
                    <a:bodyPr/>
                    <a:lstStyle/>
                    <a:p>
                      <a:r>
                        <a:rPr lang="en-IN" sz="1800" kern="1200" dirty="0">
                          <a:solidFill>
                            <a:srgbClr val="000000"/>
                          </a:solidFill>
                          <a:latin typeface="+mn-lt"/>
                          <a:ea typeface="+mn-ea"/>
                          <a:cs typeface="+mn-cs"/>
                        </a:rPr>
                        <a:t>Cheap and requires less computational time.</a:t>
                      </a:r>
                    </a:p>
                  </a:txBody>
                  <a:tcPr/>
                </a:tc>
                <a:extLst>
                  <a:ext uri="{0D108BD9-81ED-4DB2-BD59-A6C34878D82A}">
                    <a16:rowId xmlns:a16="http://schemas.microsoft.com/office/drawing/2014/main" val="294861297"/>
                  </a:ext>
                </a:extLst>
              </a:tr>
              <a:tr h="417698">
                <a:tc>
                  <a:txBody>
                    <a:bodyPr/>
                    <a:lstStyle/>
                    <a:p>
                      <a:r>
                        <a:rPr kumimoji="1" lang="en-IN" sz="2000" b="0" i="0" u="none" strike="noStrike" kern="1200" cap="none" spc="0" normalizeH="0" baseline="0" dirty="0">
                          <a:ln>
                            <a:noFill/>
                          </a:ln>
                          <a:solidFill>
                            <a:srgbClr val="000000"/>
                          </a:solidFill>
                          <a:effectLst/>
                          <a:uLnTx/>
                          <a:uFillTx/>
                          <a:latin typeface="+mn-lt"/>
                          <a:ea typeface="PMingLiU" panose="02020500000000000000" pitchFamily="18" charset="-120"/>
                          <a:cs typeface="+mn-cs"/>
                        </a:rPr>
                        <a:t>Most suitable for online applications.</a:t>
                      </a:r>
                    </a:p>
                    <a:p>
                      <a:endParaRPr kumimoji="1" lang="en-IN" sz="2000" b="0" i="0" u="none" strike="noStrike" kern="1200" cap="none" spc="0" normalizeH="0" baseline="0" dirty="0">
                        <a:ln>
                          <a:noFill/>
                        </a:ln>
                        <a:solidFill>
                          <a:srgbClr val="000000"/>
                        </a:solidFill>
                        <a:effectLst/>
                        <a:uLnTx/>
                        <a:uFillTx/>
                        <a:latin typeface="+mn-lt"/>
                        <a:ea typeface="PMingLiU" panose="02020500000000000000" pitchFamily="18" charset="-120"/>
                        <a:cs typeface="+mn-cs"/>
                      </a:endParaRPr>
                    </a:p>
                  </a:txBody>
                  <a:tcPr/>
                </a:tc>
                <a:tc>
                  <a:txBody>
                    <a:bodyPr/>
                    <a:lstStyle/>
                    <a:p>
                      <a:r>
                        <a:rPr lang="en-IN" sz="1800" kern="1200" dirty="0">
                          <a:solidFill>
                            <a:srgbClr val="000000"/>
                          </a:solidFill>
                          <a:latin typeface="+mn-lt"/>
                          <a:ea typeface="+mn-ea"/>
                          <a:cs typeface="+mn-cs"/>
                        </a:rPr>
                        <a:t>Not suitable for online applications.</a:t>
                      </a:r>
                    </a:p>
                  </a:txBody>
                  <a:tcPr/>
                </a:tc>
                <a:extLst>
                  <a:ext uri="{0D108BD9-81ED-4DB2-BD59-A6C34878D82A}">
                    <a16:rowId xmlns:a16="http://schemas.microsoft.com/office/drawing/2014/main" val="471755324"/>
                  </a:ext>
                </a:extLst>
              </a:tr>
            </a:tbl>
          </a:graphicData>
        </a:graphic>
      </p:graphicFrame>
    </p:spTree>
    <p:extLst>
      <p:ext uri="{BB962C8B-B14F-4D97-AF65-F5344CB8AC3E}">
        <p14:creationId xmlns:p14="http://schemas.microsoft.com/office/powerpoint/2010/main" val="12073754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76B60-B194-4BE2-B98C-D62D0936103D}"/>
              </a:ext>
            </a:extLst>
          </p:cNvPr>
          <p:cNvSpPr>
            <a:spLocks noGrp="1"/>
          </p:cNvSpPr>
          <p:nvPr>
            <p:ph type="title"/>
          </p:nvPr>
        </p:nvSpPr>
        <p:spPr/>
        <p:txBody>
          <a:bodyPr/>
          <a:lstStyle/>
          <a:p>
            <a: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Design Considerations for EBPA</a:t>
            </a:r>
            <a:endParaRPr lang="en-IN" dirty="0"/>
          </a:p>
        </p:txBody>
      </p:sp>
      <p:sp>
        <p:nvSpPr>
          <p:cNvPr id="3" name="Content Placeholder 2">
            <a:extLst>
              <a:ext uri="{FF2B5EF4-FFF2-40B4-BE49-F238E27FC236}">
                <a16:creationId xmlns:a16="http://schemas.microsoft.com/office/drawing/2014/main" id="{129B738B-0C2E-4756-AD7B-85E5C8131DAE}"/>
              </a:ext>
            </a:extLst>
          </p:cNvPr>
          <p:cNvSpPr>
            <a:spLocks noGrp="1"/>
          </p:cNvSpPr>
          <p:nvPr>
            <p:ph idx="1"/>
          </p:nvPr>
        </p:nvSpPr>
        <p:spPr>
          <a:xfrm>
            <a:off x="1074977" y="2235201"/>
            <a:ext cx="10257367" cy="4495799"/>
          </a:xfrm>
        </p:spPr>
        <p:txBody>
          <a:bodyPr/>
          <a:lstStyle/>
          <a:p>
            <a:pPr marL="180975" marR="0" lvl="0" indent="-180975" algn="l" defTabSz="914400" rtl="0" eaLnBrk="0" fontAlgn="base" latinLnBrk="0" hangingPunct="0">
              <a:lnSpc>
                <a:spcPct val="150000"/>
              </a:lnSpc>
              <a:spcBef>
                <a:spcPct val="20000"/>
              </a:spcBef>
              <a:spcAft>
                <a:spcPct val="0"/>
              </a:spcAft>
              <a:buClr>
                <a:srgbClr val="003366"/>
              </a:buClr>
              <a:buSzPct val="75000"/>
              <a:buFont typeface="Wingdings" panose="05000000000000000000" pitchFamily="2" charset="2"/>
              <a:buChar char="l"/>
              <a:tabLst/>
              <a:defRPr/>
            </a:pPr>
            <a:r>
              <a:rPr kumimoji="1" lang="en-IN" sz="2000" b="1" i="0" u="none" strike="noStrike" kern="1200" cap="none" spc="0" normalizeH="0" baseline="0" noProof="0" dirty="0">
                <a:ln>
                  <a:noFill/>
                </a:ln>
                <a:solidFill>
                  <a:srgbClr val="003366"/>
                </a:solidFill>
                <a:effectLst/>
                <a:uLnTx/>
                <a:uFillTx/>
                <a:latin typeface="Arial"/>
                <a:ea typeface="PMingLiU" panose="02020500000000000000" pitchFamily="18" charset="-120"/>
                <a:cs typeface="+mn-cs"/>
              </a:rPr>
              <a:t>Number of nodes</a:t>
            </a:r>
          </a:p>
          <a:p>
            <a:pPr marL="0" marR="0" lvl="0" indent="0" algn="l" defTabSz="914400" rtl="0" eaLnBrk="1" fontAlgn="base" latinLnBrk="0" hangingPunct="1">
              <a:spcBef>
                <a:spcPct val="20000"/>
              </a:spcBef>
              <a:spcAft>
                <a:spcPct val="0"/>
              </a:spcAft>
              <a:buClr>
                <a:srgbClr val="FFCC66"/>
              </a:buClr>
              <a:buSzPct val="80000"/>
              <a:buNone/>
              <a:tabLst/>
              <a:defRPr/>
            </a:pPr>
            <a:r>
              <a:rPr lang="en-US" altLang="en-US" sz="1800" dirty="0">
                <a:solidFill>
                  <a:srgbClr val="000000"/>
                </a:solidFill>
                <a:latin typeface="Arial"/>
              </a:rPr>
              <a:t>With few nodes network is  not powerful.</a:t>
            </a:r>
          </a:p>
          <a:p>
            <a:pPr marL="0" marR="0" lvl="0" indent="0" algn="l" defTabSz="914400" rtl="0" eaLnBrk="1" fontAlgn="base" latinLnBrk="0" hangingPunct="1">
              <a:spcBef>
                <a:spcPct val="20000"/>
              </a:spcBef>
              <a:spcAft>
                <a:spcPct val="0"/>
              </a:spcAft>
              <a:buClr>
                <a:srgbClr val="FFCC66"/>
              </a:buClr>
              <a:buSzPct val="80000"/>
              <a:buNone/>
              <a:tabLst/>
              <a:defRPr/>
            </a:pPr>
            <a:endParaRPr lang="en-US" altLang="en-US" sz="1800" dirty="0">
              <a:solidFill>
                <a:srgbClr val="000000"/>
              </a:solidFill>
              <a:latin typeface="Arial"/>
            </a:endParaRPr>
          </a:p>
          <a:p>
            <a:pPr marL="0" marR="0" lvl="0" indent="0" algn="l" defTabSz="914400" rtl="0" eaLnBrk="1" fontAlgn="base" latinLnBrk="0" hangingPunct="1">
              <a:spcBef>
                <a:spcPct val="20000"/>
              </a:spcBef>
              <a:spcAft>
                <a:spcPct val="0"/>
              </a:spcAft>
              <a:buClr>
                <a:srgbClr val="FFCC66"/>
              </a:buClr>
              <a:buSzPct val="80000"/>
              <a:buNone/>
              <a:tabLst/>
              <a:defRPr/>
            </a:pPr>
            <a:r>
              <a:rPr lang="en-US" altLang="en-US" sz="1800" dirty="0">
                <a:solidFill>
                  <a:srgbClr val="000000"/>
                </a:solidFill>
                <a:latin typeface="Arial"/>
              </a:rPr>
              <a:t>With large number of nodes  computation is expensive and generalization is poor. </a:t>
            </a:r>
          </a:p>
          <a:p>
            <a:pPr marL="0" marR="0" lvl="0" indent="0" algn="l" defTabSz="914400" rtl="0" eaLnBrk="1" fontAlgn="base" latinLnBrk="0" hangingPunct="1">
              <a:spcBef>
                <a:spcPct val="20000"/>
              </a:spcBef>
              <a:spcAft>
                <a:spcPct val="0"/>
              </a:spcAft>
              <a:buClr>
                <a:srgbClr val="FFCC66"/>
              </a:buClr>
              <a:buSzPct val="80000"/>
              <a:buNone/>
              <a:tabLst/>
              <a:defRPr/>
            </a:pPr>
            <a:endParaRPr lang="en-US" altLang="en-US" sz="1800" dirty="0">
              <a:solidFill>
                <a:srgbClr val="000000"/>
              </a:solidFill>
              <a:latin typeface="Arial"/>
            </a:endParaRPr>
          </a:p>
          <a:p>
            <a:pPr marL="0" marR="0" lvl="0" indent="0" algn="l" defTabSz="914400" rtl="0" eaLnBrk="1" fontAlgn="base" latinLnBrk="0" hangingPunct="1">
              <a:spcBef>
                <a:spcPct val="20000"/>
              </a:spcBef>
              <a:spcAft>
                <a:spcPct val="0"/>
              </a:spcAft>
              <a:buClr>
                <a:srgbClr val="FFCC66"/>
              </a:buClr>
              <a:buSzPct val="80000"/>
              <a:buNone/>
              <a:tabLst/>
              <a:defRPr/>
            </a:pPr>
            <a:r>
              <a:rPr lang="en-US" altLang="en-US" sz="1800" dirty="0">
                <a:solidFill>
                  <a:srgbClr val="000000"/>
                </a:solidFill>
                <a:latin typeface="Arial"/>
              </a:rPr>
              <a:t>No method for determining optimum no of nodes. </a:t>
            </a:r>
          </a:p>
          <a:p>
            <a:pPr marL="0" marR="0" lvl="0" indent="0" algn="l" defTabSz="914400" rtl="0" eaLnBrk="1" fontAlgn="base" latinLnBrk="0" hangingPunct="1">
              <a:spcBef>
                <a:spcPct val="20000"/>
              </a:spcBef>
              <a:spcAft>
                <a:spcPct val="0"/>
              </a:spcAft>
              <a:buClr>
                <a:srgbClr val="FFCC66"/>
              </a:buClr>
              <a:buSzPct val="80000"/>
              <a:buNone/>
              <a:tabLst/>
              <a:defRPr/>
            </a:pPr>
            <a:endParaRPr lang="en-US" altLang="en-US" sz="1800" dirty="0">
              <a:solidFill>
                <a:srgbClr val="000000"/>
              </a:solidFill>
              <a:latin typeface="Arial"/>
            </a:endParaRPr>
          </a:p>
          <a:p>
            <a:pPr marL="0" indent="0" eaLnBrk="1" hangingPunct="1">
              <a:buClr>
                <a:srgbClr val="FFCC66"/>
              </a:buClr>
              <a:buSzPct val="80000"/>
              <a:buNone/>
              <a:defRPr/>
            </a:pPr>
            <a:r>
              <a:rPr lang="en-US" altLang="en-US" sz="1800" dirty="0">
                <a:solidFill>
                  <a:srgbClr val="000000"/>
                </a:solidFill>
                <a:latin typeface="Arial"/>
              </a:rPr>
              <a:t>For two classes a single node needed.</a:t>
            </a:r>
          </a:p>
          <a:p>
            <a:pPr marL="0" indent="0" eaLnBrk="1" hangingPunct="1">
              <a:buClr>
                <a:srgbClr val="FFCC66"/>
              </a:buClr>
              <a:buSzPct val="80000"/>
              <a:buNone/>
              <a:defRPr/>
            </a:pPr>
            <a:endParaRPr lang="en-US" altLang="en-US" sz="1800" dirty="0">
              <a:solidFill>
                <a:srgbClr val="000000"/>
              </a:solidFill>
              <a:latin typeface="Arial"/>
            </a:endParaRPr>
          </a:p>
          <a:p>
            <a:pPr marL="0" indent="0" eaLnBrk="1" hangingPunct="1">
              <a:buClr>
                <a:srgbClr val="FFCC66"/>
              </a:buClr>
              <a:buSzPct val="80000"/>
              <a:buNone/>
              <a:defRPr/>
            </a:pPr>
            <a:r>
              <a:rPr lang="en-US" altLang="en-US" sz="1800" dirty="0">
                <a:solidFill>
                  <a:srgbClr val="000000"/>
                </a:solidFill>
                <a:latin typeface="Arial"/>
              </a:rPr>
              <a:t>For convex region with 4 decision planes four nodes in first layer</a:t>
            </a:r>
          </a:p>
          <a:p>
            <a:pPr marL="0" indent="0" eaLnBrk="1" hangingPunct="1">
              <a:buClr>
                <a:srgbClr val="FFCC66"/>
              </a:buClr>
              <a:buSzPct val="80000"/>
              <a:buNone/>
              <a:defRPr/>
            </a:pPr>
            <a:r>
              <a:rPr lang="en-US" altLang="en-US" sz="1800" dirty="0">
                <a:solidFill>
                  <a:srgbClr val="000000"/>
                </a:solidFill>
                <a:latin typeface="Arial"/>
              </a:rPr>
              <a:t> (hidden layer nodes) and one node in second layer needed.</a:t>
            </a:r>
          </a:p>
          <a:p>
            <a:pPr marL="0" indent="0" eaLnBrk="1" hangingPunct="1">
              <a:buClr>
                <a:srgbClr val="FFCC66"/>
              </a:buClr>
              <a:buSzPct val="80000"/>
              <a:buNone/>
              <a:defRPr/>
            </a:pPr>
            <a:endParaRPr lang="en-US" altLang="en-US" sz="1800" dirty="0">
              <a:solidFill>
                <a:srgbClr val="000000"/>
              </a:solidFill>
              <a:latin typeface="Arial"/>
            </a:endParaRPr>
          </a:p>
          <a:p>
            <a:pPr marL="0" indent="0" eaLnBrk="1" hangingPunct="1">
              <a:buClr>
                <a:srgbClr val="FFCC66"/>
              </a:buClr>
              <a:buSzPct val="80000"/>
              <a:buNone/>
              <a:defRPr/>
            </a:pPr>
            <a:r>
              <a:rPr lang="en-US" altLang="en-US" sz="1800" dirty="0">
                <a:solidFill>
                  <a:srgbClr val="000000"/>
                </a:solidFill>
                <a:latin typeface="Arial"/>
              </a:rPr>
              <a:t>For three such regions 12 nodes in first layer </a:t>
            </a:r>
            <a:r>
              <a:rPr kumimoji="1" lang="en-US" altLang="en-US" sz="1800" b="0" i="0" u="none" strike="noStrike" kern="1200" cap="none" spc="0" normalizeH="0" baseline="0" noProof="0" dirty="0">
                <a:ln>
                  <a:noFill/>
                </a:ln>
                <a:solidFill>
                  <a:srgbClr val="000000"/>
                </a:solidFill>
                <a:effectLst/>
                <a:uLnTx/>
                <a:uFillTx/>
                <a:latin typeface="Arial"/>
                <a:ea typeface="PMingLiU" panose="02020500000000000000" pitchFamily="18" charset="-120"/>
                <a:cs typeface="+mn-cs"/>
              </a:rPr>
              <a:t>(hidden layer nodes) </a:t>
            </a:r>
            <a:r>
              <a:rPr lang="en-US" altLang="en-US" sz="1800" dirty="0">
                <a:solidFill>
                  <a:srgbClr val="000000"/>
                </a:solidFill>
                <a:latin typeface="Arial"/>
              </a:rPr>
              <a:t>and 3 in second layer needed.</a:t>
            </a:r>
          </a:p>
          <a:p>
            <a:pPr marL="342900" marR="0" lvl="0" indent="-342900" algn="l" defTabSz="914400" rtl="0" eaLnBrk="0" fontAlgn="base" latinLnBrk="0" hangingPunct="0">
              <a:lnSpc>
                <a:spcPct val="150000"/>
              </a:lnSpc>
              <a:spcBef>
                <a:spcPct val="20000"/>
              </a:spcBef>
              <a:spcAft>
                <a:spcPct val="0"/>
              </a:spcAft>
              <a:buClr>
                <a:srgbClr val="003366"/>
              </a:buClr>
              <a:buSzPct val="75000"/>
              <a:buFont typeface="Wingdings" panose="05000000000000000000" pitchFamily="2" charset="2"/>
              <a:buChar char="l"/>
              <a:tabLst/>
              <a:defRPr/>
            </a:pPr>
            <a:endParaRPr kumimoji="1" lang="en-IN" sz="1800" b="0" i="0" u="none" strike="noStrike" kern="1200" cap="none" spc="0" normalizeH="0" baseline="0" noProof="0" dirty="0">
              <a:ln>
                <a:noFill/>
              </a:ln>
              <a:solidFill>
                <a:srgbClr val="000000"/>
              </a:solidFill>
              <a:effectLst/>
              <a:uLnTx/>
              <a:uFillTx/>
              <a:latin typeface="Arial"/>
              <a:ea typeface="PMingLiU" panose="02020500000000000000" pitchFamily="18" charset="-120"/>
              <a:cs typeface="+mn-cs"/>
            </a:endParaRPr>
          </a:p>
          <a:p>
            <a:endParaRPr lang="en-IN" dirty="0"/>
          </a:p>
        </p:txBody>
      </p:sp>
      <p:sp>
        <p:nvSpPr>
          <p:cNvPr id="4" name="Slide Number Placeholder 3">
            <a:extLst>
              <a:ext uri="{FF2B5EF4-FFF2-40B4-BE49-F238E27FC236}">
                <a16:creationId xmlns:a16="http://schemas.microsoft.com/office/drawing/2014/main" id="{EBB83CC6-5826-4985-904A-05AC58A6398C}"/>
              </a:ext>
            </a:extLst>
          </p:cNvPr>
          <p:cNvSpPr>
            <a:spLocks noGrp="1"/>
          </p:cNvSpPr>
          <p:nvPr>
            <p:ph type="sldNum" sz="quarter" idx="12"/>
          </p:nvPr>
        </p:nvSpPr>
        <p:spPr/>
        <p:txBody>
          <a:bodyPr/>
          <a:lstStyle/>
          <a:p>
            <a:pPr>
              <a:defRPr/>
            </a:pPr>
            <a:fld id="{9AD681D7-8A59-4380-9311-10B86FF921AA}" type="slidenum">
              <a:rPr lang="en-US" altLang="zh-TW" smtClean="0"/>
              <a:pPr>
                <a:defRPr/>
              </a:pPr>
              <a:t>42</a:t>
            </a:fld>
            <a:endParaRPr lang="en-US" altLang="zh-TW"/>
          </a:p>
        </p:txBody>
      </p:sp>
      <p:pic>
        <p:nvPicPr>
          <p:cNvPr id="5" name="Picture 4">
            <a:extLst>
              <a:ext uri="{FF2B5EF4-FFF2-40B4-BE49-F238E27FC236}">
                <a16:creationId xmlns:a16="http://schemas.microsoft.com/office/drawing/2014/main" id="{A7F6BC7F-23B8-4E0B-9C1A-B3F147655F3E}"/>
              </a:ext>
            </a:extLst>
          </p:cNvPr>
          <p:cNvPicPr>
            <a:picLocks noChangeAspect="1"/>
          </p:cNvPicPr>
          <p:nvPr/>
        </p:nvPicPr>
        <p:blipFill>
          <a:blip r:embed="rId2"/>
          <a:stretch>
            <a:fillRect/>
          </a:stretch>
        </p:blipFill>
        <p:spPr>
          <a:xfrm>
            <a:off x="6672654" y="3907202"/>
            <a:ext cx="4444369" cy="1297599"/>
          </a:xfrm>
          <a:prstGeom prst="rect">
            <a:avLst/>
          </a:prstGeom>
        </p:spPr>
      </p:pic>
      <p:pic>
        <p:nvPicPr>
          <p:cNvPr id="6" name="Picture 5">
            <a:extLst>
              <a:ext uri="{FF2B5EF4-FFF2-40B4-BE49-F238E27FC236}">
                <a16:creationId xmlns:a16="http://schemas.microsoft.com/office/drawing/2014/main" id="{69BF6ED5-D697-4CBB-A156-AA6D911BBAA1}"/>
              </a:ext>
            </a:extLst>
          </p:cNvPr>
          <p:cNvPicPr>
            <a:picLocks noChangeAspect="1"/>
          </p:cNvPicPr>
          <p:nvPr/>
        </p:nvPicPr>
        <p:blipFill>
          <a:blip r:embed="rId3"/>
          <a:stretch>
            <a:fillRect/>
          </a:stretch>
        </p:blipFill>
        <p:spPr>
          <a:xfrm>
            <a:off x="7806607" y="5223991"/>
            <a:ext cx="2176461" cy="1297599"/>
          </a:xfrm>
          <a:prstGeom prst="rect">
            <a:avLst/>
          </a:prstGeom>
        </p:spPr>
      </p:pic>
    </p:spTree>
    <p:extLst>
      <p:ext uri="{BB962C8B-B14F-4D97-AF65-F5344CB8AC3E}">
        <p14:creationId xmlns:p14="http://schemas.microsoft.com/office/powerpoint/2010/main" val="33579598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7A5BD-2A34-4CF1-A5BD-6D8A66445329}"/>
              </a:ext>
            </a:extLst>
          </p:cNvPr>
          <p:cNvSpPr>
            <a:spLocks noGrp="1"/>
          </p:cNvSpPr>
          <p:nvPr>
            <p:ph type="title"/>
          </p:nvPr>
        </p:nvSpPr>
        <p:spPr/>
        <p:txBody>
          <a:bodyPr/>
          <a:lstStyle/>
          <a:p>
            <a: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Design Considerations for EBPA</a:t>
            </a:r>
            <a:endParaRPr lang="en-IN" dirty="0"/>
          </a:p>
        </p:txBody>
      </p:sp>
      <p:sp>
        <p:nvSpPr>
          <p:cNvPr id="3" name="Content Placeholder 2">
            <a:extLst>
              <a:ext uri="{FF2B5EF4-FFF2-40B4-BE49-F238E27FC236}">
                <a16:creationId xmlns:a16="http://schemas.microsoft.com/office/drawing/2014/main" id="{47C0BA54-FA14-4EED-B84B-15F2109DF212}"/>
              </a:ext>
            </a:extLst>
          </p:cNvPr>
          <p:cNvSpPr>
            <a:spLocks noGrp="1"/>
          </p:cNvSpPr>
          <p:nvPr>
            <p:ph idx="1"/>
          </p:nvPr>
        </p:nvSpPr>
        <p:spPr/>
        <p:txBody>
          <a:bodyPr/>
          <a:lstStyle/>
          <a:p>
            <a:pPr marL="180975" marR="0" lvl="0" indent="-180975" algn="l" defTabSz="914400" rtl="0" eaLnBrk="0" fontAlgn="base" latinLnBrk="0" hangingPunct="0">
              <a:lnSpc>
                <a:spcPct val="150000"/>
              </a:lnSpc>
              <a:spcBef>
                <a:spcPct val="20000"/>
              </a:spcBef>
              <a:spcAft>
                <a:spcPct val="0"/>
              </a:spcAft>
              <a:buClr>
                <a:srgbClr val="003366"/>
              </a:buClr>
              <a:buSzPct val="75000"/>
              <a:buFont typeface="Wingdings" panose="05000000000000000000" pitchFamily="2" charset="2"/>
              <a:buChar char="l"/>
              <a:tabLst/>
              <a:defRPr/>
            </a:pPr>
            <a:r>
              <a:rPr kumimoji="1" lang="en-IN" sz="2000" b="1" i="0" u="none" strike="noStrike" kern="1200" cap="none" spc="0" normalizeH="0" baseline="0" noProof="0" dirty="0">
                <a:ln>
                  <a:noFill/>
                </a:ln>
                <a:solidFill>
                  <a:srgbClr val="003366"/>
                </a:solidFill>
                <a:effectLst/>
                <a:uLnTx/>
                <a:uFillTx/>
                <a:latin typeface="Arial"/>
                <a:ea typeface="PMingLiU" panose="02020500000000000000" pitchFamily="18" charset="-120"/>
                <a:cs typeface="+mn-cs"/>
              </a:rPr>
              <a:t>Number of nodes</a:t>
            </a:r>
          </a:p>
          <a:p>
            <a:pPr marL="0" indent="0" eaLnBrk="1" hangingPunct="1">
              <a:lnSpc>
                <a:spcPct val="150000"/>
              </a:lnSpc>
              <a:buClr>
                <a:srgbClr val="FFCC66"/>
              </a:buClr>
              <a:buSzPct val="80000"/>
              <a:buNone/>
              <a:defRPr/>
            </a:pPr>
            <a:r>
              <a:rPr lang="en-US" altLang="en-US" sz="1800" dirty="0">
                <a:solidFill>
                  <a:srgbClr val="000000"/>
                </a:solidFill>
                <a:latin typeface="Arial"/>
              </a:rPr>
              <a:t>In  general – </a:t>
            </a:r>
          </a:p>
          <a:p>
            <a:pPr marL="0" indent="0" eaLnBrk="1" hangingPunct="1">
              <a:lnSpc>
                <a:spcPct val="150000"/>
              </a:lnSpc>
              <a:buClr>
                <a:srgbClr val="FFCC66"/>
              </a:buClr>
              <a:buSzPct val="80000"/>
              <a:buNone/>
              <a:defRPr/>
            </a:pPr>
            <a:r>
              <a:rPr lang="en-US" altLang="en-US" sz="1800" dirty="0">
                <a:solidFill>
                  <a:srgbClr val="000000"/>
                </a:solidFill>
                <a:latin typeface="Arial"/>
              </a:rPr>
              <a:t>Number of input nodes = number of elements in input vector</a:t>
            </a:r>
          </a:p>
          <a:p>
            <a:pPr marL="0" indent="0" eaLnBrk="1" hangingPunct="1">
              <a:lnSpc>
                <a:spcPct val="150000"/>
              </a:lnSpc>
              <a:buClr>
                <a:srgbClr val="FFCC66"/>
              </a:buClr>
              <a:buSzPct val="80000"/>
              <a:buNone/>
              <a:defRPr/>
            </a:pPr>
            <a:r>
              <a:rPr lang="en-US" altLang="en-US" sz="1800" dirty="0">
                <a:solidFill>
                  <a:srgbClr val="000000"/>
                </a:solidFill>
                <a:latin typeface="Arial"/>
              </a:rPr>
              <a:t>Number of output nodes = number of classes</a:t>
            </a:r>
          </a:p>
          <a:p>
            <a:pPr marL="0" indent="0" eaLnBrk="1" hangingPunct="1">
              <a:lnSpc>
                <a:spcPct val="150000"/>
              </a:lnSpc>
              <a:buClr>
                <a:srgbClr val="FFCC66"/>
              </a:buClr>
              <a:buSzPct val="80000"/>
              <a:buNone/>
              <a:defRPr/>
            </a:pPr>
            <a:r>
              <a:rPr lang="en-US" altLang="en-US" sz="1800" dirty="0">
                <a:solidFill>
                  <a:srgbClr val="000000"/>
                </a:solidFill>
                <a:latin typeface="Arial"/>
              </a:rPr>
              <a:t>Number of hidden nodes choose by trial and error method.</a:t>
            </a:r>
            <a:endParaRPr lang="en-IN" sz="1800" dirty="0">
              <a:solidFill>
                <a:srgbClr val="000000"/>
              </a:solidFill>
              <a:latin typeface="Arial"/>
            </a:endParaRPr>
          </a:p>
        </p:txBody>
      </p:sp>
      <p:sp>
        <p:nvSpPr>
          <p:cNvPr id="4" name="Slide Number Placeholder 3">
            <a:extLst>
              <a:ext uri="{FF2B5EF4-FFF2-40B4-BE49-F238E27FC236}">
                <a16:creationId xmlns:a16="http://schemas.microsoft.com/office/drawing/2014/main" id="{05960F4A-D3A3-4D08-AB88-0DD9A844A58D}"/>
              </a:ext>
            </a:extLst>
          </p:cNvPr>
          <p:cNvSpPr>
            <a:spLocks noGrp="1"/>
          </p:cNvSpPr>
          <p:nvPr>
            <p:ph type="sldNum" sz="quarter" idx="12"/>
          </p:nvPr>
        </p:nvSpPr>
        <p:spPr/>
        <p:txBody>
          <a:bodyPr/>
          <a:lstStyle/>
          <a:p>
            <a:pPr>
              <a:defRPr/>
            </a:pPr>
            <a:fld id="{9AD681D7-8A59-4380-9311-10B86FF921AA}" type="slidenum">
              <a:rPr lang="en-US" altLang="zh-TW" smtClean="0"/>
              <a:pPr>
                <a:defRPr/>
              </a:pPr>
              <a:t>43</a:t>
            </a:fld>
            <a:endParaRPr lang="en-US" altLang="zh-TW"/>
          </a:p>
        </p:txBody>
      </p:sp>
    </p:spTree>
    <p:extLst>
      <p:ext uri="{BB962C8B-B14F-4D97-AF65-F5344CB8AC3E}">
        <p14:creationId xmlns:p14="http://schemas.microsoft.com/office/powerpoint/2010/main" val="22891631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2982C-9771-4FDF-B4B9-700E67C63CB1}"/>
              </a:ext>
            </a:extLst>
          </p:cNvPr>
          <p:cNvSpPr>
            <a:spLocks noGrp="1"/>
          </p:cNvSpPr>
          <p:nvPr>
            <p:ph type="title"/>
          </p:nvPr>
        </p:nvSpPr>
        <p:spPr/>
        <p:txBody>
          <a:bodyPr/>
          <a:lstStyle/>
          <a:p>
            <a: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Performance Evaluation of EBPA</a:t>
            </a:r>
            <a:endParaRPr lang="en-IN" dirty="0"/>
          </a:p>
        </p:txBody>
      </p:sp>
      <p:sp>
        <p:nvSpPr>
          <p:cNvPr id="4" name="Slide Number Placeholder 3">
            <a:extLst>
              <a:ext uri="{FF2B5EF4-FFF2-40B4-BE49-F238E27FC236}">
                <a16:creationId xmlns:a16="http://schemas.microsoft.com/office/drawing/2014/main" id="{CCB6EC0A-A9DD-4CF5-989F-EF9D3477450A}"/>
              </a:ext>
            </a:extLst>
          </p:cNvPr>
          <p:cNvSpPr>
            <a:spLocks noGrp="1"/>
          </p:cNvSpPr>
          <p:nvPr>
            <p:ph type="sldNum" sz="quarter" idx="12"/>
          </p:nvPr>
        </p:nvSpPr>
        <p:spPr/>
        <p:txBody>
          <a:bodyPr/>
          <a:lstStyle/>
          <a:p>
            <a:pPr>
              <a:defRPr/>
            </a:pPr>
            <a:fld id="{9AD681D7-8A59-4380-9311-10B86FF921AA}" type="slidenum">
              <a:rPr lang="en-US" altLang="zh-TW" smtClean="0"/>
              <a:pPr>
                <a:defRPr/>
              </a:pPr>
              <a:t>44</a:t>
            </a:fld>
            <a:endParaRPr lang="en-US" altLang="zh-TW"/>
          </a:p>
        </p:txBody>
      </p:sp>
      <p:sp>
        <p:nvSpPr>
          <p:cNvPr id="5" name="TextBox 4">
            <a:extLst>
              <a:ext uri="{FF2B5EF4-FFF2-40B4-BE49-F238E27FC236}">
                <a16:creationId xmlns:a16="http://schemas.microsoft.com/office/drawing/2014/main" id="{36C6456D-CE4B-48B4-BA6D-9E11626DD273}"/>
              </a:ext>
            </a:extLst>
          </p:cNvPr>
          <p:cNvSpPr txBox="1"/>
          <p:nvPr/>
        </p:nvSpPr>
        <p:spPr>
          <a:xfrm>
            <a:off x="1397726" y="2455817"/>
            <a:ext cx="5480988" cy="3328091"/>
          </a:xfrm>
          <a:prstGeom prst="rect">
            <a:avLst/>
          </a:prstGeom>
          <a:noFill/>
        </p:spPr>
        <p:txBody>
          <a:bodyPr wrap="none" rtlCol="0">
            <a:spAutoFit/>
          </a:bodyPr>
          <a:lstStyle/>
          <a:p>
            <a:pPr marL="180975" indent="-180975" eaLnBrk="0" fontAlgn="base" hangingPunct="0">
              <a:lnSpc>
                <a:spcPct val="150000"/>
              </a:lnSpc>
              <a:spcBef>
                <a:spcPct val="20000"/>
              </a:spcBef>
              <a:spcAft>
                <a:spcPct val="0"/>
              </a:spcAft>
              <a:buClr>
                <a:srgbClr val="003366"/>
              </a:buClr>
              <a:buSzPct val="75000"/>
              <a:buFont typeface="Wingdings" panose="05000000000000000000" pitchFamily="2" charset="2"/>
              <a:buChar char="l"/>
              <a:defRPr/>
            </a:pPr>
            <a:r>
              <a:rPr kumimoji="1" lang="en-IN" sz="2000" b="1" dirty="0">
                <a:solidFill>
                  <a:srgbClr val="003366"/>
                </a:solidFill>
                <a:latin typeface="Arial"/>
                <a:ea typeface="PMingLiU" panose="02020500000000000000" pitchFamily="18" charset="-120"/>
              </a:rPr>
              <a:t>Processing Time</a:t>
            </a:r>
          </a:p>
          <a:p>
            <a:pPr eaLnBrk="0" fontAlgn="base" hangingPunct="0">
              <a:lnSpc>
                <a:spcPct val="150000"/>
              </a:lnSpc>
              <a:spcBef>
                <a:spcPct val="20000"/>
              </a:spcBef>
              <a:spcAft>
                <a:spcPct val="0"/>
              </a:spcAft>
              <a:buClr>
                <a:srgbClr val="003366"/>
              </a:buClr>
              <a:buSzPct val="75000"/>
              <a:defRPr/>
            </a:pPr>
            <a:r>
              <a:rPr kumimoji="1" lang="en-IN" dirty="0">
                <a:solidFill>
                  <a:srgbClr val="000000"/>
                </a:solidFill>
                <a:latin typeface="Arial"/>
                <a:ea typeface="PMingLiU" panose="02020500000000000000" pitchFamily="18" charset="-120"/>
              </a:rPr>
              <a:t>It depends on… no of weights to be trained</a:t>
            </a:r>
          </a:p>
          <a:p>
            <a:pPr eaLnBrk="0" fontAlgn="base" hangingPunct="0">
              <a:lnSpc>
                <a:spcPct val="150000"/>
              </a:lnSpc>
              <a:spcBef>
                <a:spcPct val="20000"/>
              </a:spcBef>
              <a:spcAft>
                <a:spcPct val="0"/>
              </a:spcAft>
              <a:buClr>
                <a:srgbClr val="003366"/>
              </a:buClr>
              <a:buSzPct val="75000"/>
              <a:defRPr/>
            </a:pPr>
            <a:r>
              <a:rPr kumimoji="1" lang="en-IN" dirty="0">
                <a:solidFill>
                  <a:srgbClr val="000000"/>
                </a:solidFill>
                <a:latin typeface="Arial"/>
                <a:ea typeface="PMingLiU" panose="02020500000000000000" pitchFamily="18" charset="-120"/>
              </a:rPr>
              <a:t>                          learning constant</a:t>
            </a:r>
          </a:p>
          <a:p>
            <a:pPr eaLnBrk="0" fontAlgn="base" hangingPunct="0">
              <a:lnSpc>
                <a:spcPct val="150000"/>
              </a:lnSpc>
              <a:spcBef>
                <a:spcPct val="20000"/>
              </a:spcBef>
              <a:spcAft>
                <a:spcPct val="0"/>
              </a:spcAft>
              <a:buClr>
                <a:srgbClr val="003366"/>
              </a:buClr>
              <a:buSzPct val="75000"/>
              <a:defRPr/>
            </a:pPr>
            <a:r>
              <a:rPr kumimoji="1" lang="en-IN" dirty="0">
                <a:solidFill>
                  <a:srgbClr val="000000"/>
                </a:solidFill>
                <a:latin typeface="Arial"/>
                <a:ea typeface="PMingLiU" panose="02020500000000000000" pitchFamily="18" charset="-120"/>
              </a:rPr>
              <a:t>                          no of nodes</a:t>
            </a:r>
          </a:p>
          <a:p>
            <a:pPr eaLnBrk="0" fontAlgn="base" hangingPunct="0">
              <a:lnSpc>
                <a:spcPct val="150000"/>
              </a:lnSpc>
              <a:spcBef>
                <a:spcPct val="20000"/>
              </a:spcBef>
              <a:spcAft>
                <a:spcPct val="0"/>
              </a:spcAft>
              <a:buClr>
                <a:srgbClr val="003366"/>
              </a:buClr>
              <a:buSzPct val="75000"/>
              <a:defRPr/>
            </a:pPr>
            <a:r>
              <a:rPr kumimoji="1" lang="en-IN" dirty="0">
                <a:solidFill>
                  <a:srgbClr val="000000"/>
                </a:solidFill>
                <a:latin typeface="Arial"/>
                <a:ea typeface="PMingLiU" panose="02020500000000000000" pitchFamily="18" charset="-120"/>
              </a:rPr>
              <a:t>                          no of input samples </a:t>
            </a:r>
          </a:p>
          <a:p>
            <a:pPr eaLnBrk="0" fontAlgn="base" hangingPunct="0">
              <a:lnSpc>
                <a:spcPct val="150000"/>
              </a:lnSpc>
              <a:spcBef>
                <a:spcPct val="20000"/>
              </a:spcBef>
              <a:spcAft>
                <a:spcPct val="0"/>
              </a:spcAft>
              <a:buClr>
                <a:srgbClr val="003366"/>
              </a:buClr>
              <a:buSzPct val="75000"/>
              <a:defRPr/>
            </a:pPr>
            <a:r>
              <a:rPr kumimoji="1" lang="en-IN" dirty="0">
                <a:solidFill>
                  <a:srgbClr val="000000"/>
                </a:solidFill>
                <a:latin typeface="Arial"/>
                <a:ea typeface="PMingLiU" panose="02020500000000000000" pitchFamily="18" charset="-120"/>
              </a:rPr>
              <a:t>                          complexity of activation function etc</a:t>
            </a:r>
          </a:p>
          <a:p>
            <a:pPr eaLnBrk="0" fontAlgn="base" hangingPunct="0">
              <a:lnSpc>
                <a:spcPct val="150000"/>
              </a:lnSpc>
              <a:spcBef>
                <a:spcPct val="20000"/>
              </a:spcBef>
              <a:spcAft>
                <a:spcPct val="0"/>
              </a:spcAft>
              <a:buClr>
                <a:srgbClr val="003366"/>
              </a:buClr>
              <a:buSzPct val="75000"/>
              <a:defRPr/>
            </a:pPr>
            <a:r>
              <a:rPr kumimoji="1" lang="en-IN" dirty="0">
                <a:solidFill>
                  <a:srgbClr val="000000"/>
                </a:solidFill>
                <a:latin typeface="Arial"/>
                <a:ea typeface="PMingLiU" panose="02020500000000000000" pitchFamily="18" charset="-120"/>
              </a:rPr>
              <a:t> </a:t>
            </a:r>
          </a:p>
        </p:txBody>
      </p:sp>
    </p:spTree>
    <p:extLst>
      <p:ext uri="{BB962C8B-B14F-4D97-AF65-F5344CB8AC3E}">
        <p14:creationId xmlns:p14="http://schemas.microsoft.com/office/powerpoint/2010/main" val="25981127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09B0C-170D-4126-B370-D80121B109F0}"/>
              </a:ext>
            </a:extLst>
          </p:cNvPr>
          <p:cNvSpPr>
            <a:spLocks noGrp="1"/>
          </p:cNvSpPr>
          <p:nvPr>
            <p:ph type="title"/>
          </p:nvPr>
        </p:nvSpPr>
        <p:spPr/>
        <p:txBody>
          <a:bodyPr/>
          <a:lstStyle/>
          <a:p>
            <a:r>
              <a:rPr lang="en-IN" dirty="0"/>
              <a:t>Performance Evaluation of EBPA</a:t>
            </a:r>
          </a:p>
        </p:txBody>
      </p:sp>
      <p:sp>
        <p:nvSpPr>
          <p:cNvPr id="4" name="Slide Number Placeholder 3">
            <a:extLst>
              <a:ext uri="{FF2B5EF4-FFF2-40B4-BE49-F238E27FC236}">
                <a16:creationId xmlns:a16="http://schemas.microsoft.com/office/drawing/2014/main" id="{1F4B725B-43A9-47FA-A74E-BDE239B8258D}"/>
              </a:ext>
            </a:extLst>
          </p:cNvPr>
          <p:cNvSpPr>
            <a:spLocks noGrp="1"/>
          </p:cNvSpPr>
          <p:nvPr>
            <p:ph type="sldNum" sz="quarter" idx="12"/>
          </p:nvPr>
        </p:nvSpPr>
        <p:spPr/>
        <p:txBody>
          <a:bodyPr/>
          <a:lstStyle/>
          <a:p>
            <a:pPr>
              <a:defRPr/>
            </a:pPr>
            <a:fld id="{9AD681D7-8A59-4380-9311-10B86FF921AA}" type="slidenum">
              <a:rPr lang="en-US" altLang="zh-TW" smtClean="0"/>
              <a:pPr>
                <a:defRPr/>
              </a:pPr>
              <a:t>45</a:t>
            </a:fld>
            <a:endParaRPr lang="en-US" altLang="zh-TW"/>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B99DD3B-1403-4934-A999-B2A57FD6196D}"/>
                  </a:ext>
                </a:extLst>
              </p:cNvPr>
              <p:cNvSpPr txBox="1"/>
              <p:nvPr/>
            </p:nvSpPr>
            <p:spPr>
              <a:xfrm>
                <a:off x="1280161" y="2717075"/>
                <a:ext cx="10419805" cy="3320140"/>
              </a:xfrm>
              <a:prstGeom prst="rect">
                <a:avLst/>
              </a:prstGeom>
              <a:noFill/>
            </p:spPr>
            <p:txBody>
              <a:bodyPr wrap="square" rtlCol="0">
                <a:spAutoFit/>
              </a:bodyPr>
              <a:lstStyle/>
              <a:p>
                <a:pPr marL="180975" indent="-180975" eaLnBrk="0" fontAlgn="base" hangingPunct="0">
                  <a:lnSpc>
                    <a:spcPct val="150000"/>
                  </a:lnSpc>
                  <a:spcBef>
                    <a:spcPct val="20000"/>
                  </a:spcBef>
                  <a:spcAft>
                    <a:spcPct val="0"/>
                  </a:spcAft>
                  <a:buClr>
                    <a:srgbClr val="003366"/>
                  </a:buClr>
                  <a:buSzPct val="75000"/>
                  <a:buFont typeface="Wingdings" panose="05000000000000000000" pitchFamily="2" charset="2"/>
                  <a:buChar char="l"/>
                  <a:defRPr/>
                </a:pPr>
                <a:r>
                  <a:rPr kumimoji="1" lang="en-IN" sz="2000" b="1" dirty="0">
                    <a:solidFill>
                      <a:srgbClr val="003366"/>
                    </a:solidFill>
                    <a:latin typeface="Arial"/>
                    <a:ea typeface="PMingLiU" panose="02020500000000000000" pitchFamily="18" charset="-120"/>
                  </a:rPr>
                  <a:t>Error</a:t>
                </a:r>
              </a:p>
              <a:p>
                <a:pPr marL="342900" indent="-342900">
                  <a:buAutoNum type="alphaLcPeriod"/>
                </a:pPr>
                <a:r>
                  <a:rPr lang="en-IN" dirty="0"/>
                  <a:t>Per sample/neuron… </a:t>
                </a:r>
                <a14:m>
                  <m:oMath xmlns:m="http://schemas.openxmlformats.org/officeDocument/2006/math">
                    <m:r>
                      <a:rPr lang="en-IN" b="0" i="1" smtClean="0">
                        <a:latin typeface="Cambria Math" panose="02040503050406030204" pitchFamily="18" charset="0"/>
                      </a:rPr>
                      <m:t>𝐸</m:t>
                    </m:r>
                    <m:r>
                      <a:rPr lang="en-IN" i="1" smtClean="0">
                        <a:latin typeface="Cambria Math" panose="02040503050406030204" pitchFamily="18" charset="0"/>
                      </a:rPr>
                      <m:t>=</m:t>
                    </m:r>
                    <m:d>
                      <m:dPr>
                        <m:ctrlPr>
                          <a:rPr lang="en-IN" b="0" i="1" smtClean="0">
                            <a:latin typeface="Cambria Math" panose="02040503050406030204" pitchFamily="18" charset="0"/>
                          </a:rPr>
                        </m:ctrlPr>
                      </m:dPr>
                      <m:e>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2</m:t>
                            </m:r>
                          </m:den>
                        </m:f>
                      </m:e>
                    </m:d>
                    <m:sSup>
                      <m:sSupPr>
                        <m:ctrlPr>
                          <a:rPr lang="en-IN" b="0" i="1" smtClean="0">
                            <a:latin typeface="Cambria Math" panose="02040503050406030204" pitchFamily="18" charset="0"/>
                          </a:rPr>
                        </m:ctrlPr>
                      </m:sSupPr>
                      <m:e>
                        <m:d>
                          <m:dPr>
                            <m:ctrlPr>
                              <a:rPr lang="en-IN" b="0" i="1" smtClean="0">
                                <a:latin typeface="Cambria Math" panose="02040503050406030204" pitchFamily="18" charset="0"/>
                              </a:rPr>
                            </m:ctrlPr>
                          </m:dPr>
                          <m:e>
                            <m:r>
                              <a:rPr lang="en-IN" b="0" i="1" smtClean="0">
                                <a:latin typeface="Cambria Math" panose="02040503050406030204" pitchFamily="18" charset="0"/>
                              </a:rPr>
                              <m:t>𝑑𝑘</m:t>
                            </m:r>
                            <m:r>
                              <a:rPr lang="en-IN" b="0" i="1" smtClean="0">
                                <a:latin typeface="Cambria Math" panose="02040503050406030204" pitchFamily="18" charset="0"/>
                              </a:rPr>
                              <m:t>−</m:t>
                            </m:r>
                            <m:r>
                              <a:rPr lang="en-IN" b="0" i="1" smtClean="0">
                                <a:latin typeface="Cambria Math" panose="02040503050406030204" pitchFamily="18" charset="0"/>
                              </a:rPr>
                              <m:t>𝑜𝑘</m:t>
                            </m:r>
                          </m:e>
                        </m:d>
                      </m:e>
                      <m:sup>
                        <m:r>
                          <a:rPr lang="en-IN" b="0" i="1" smtClean="0">
                            <a:latin typeface="Cambria Math" panose="02040503050406030204" pitchFamily="18" charset="0"/>
                          </a:rPr>
                          <m:t>2</m:t>
                        </m:r>
                      </m:sup>
                    </m:sSup>
                  </m:oMath>
                </a14:m>
                <a:endParaRPr lang="en-IN" b="0" dirty="0"/>
              </a:p>
              <a:p>
                <a:pPr marL="342900" indent="-342900">
                  <a:buAutoNum type="alphaLcPeriod"/>
                </a:pPr>
                <a:endParaRPr lang="en-IN" dirty="0"/>
              </a:p>
              <a:p>
                <a:pPr marL="342900" indent="-342900">
                  <a:buAutoNum type="alphaLcPeriod"/>
                </a:pPr>
                <a:r>
                  <a:rPr lang="en-IN" dirty="0"/>
                  <a:t>For all samples and neurons… </a:t>
                </a:r>
                <a14:m>
                  <m:oMath xmlns:m="http://schemas.openxmlformats.org/officeDocument/2006/math">
                    <m:r>
                      <m:rPr>
                        <m:sty m:val="p"/>
                      </m:rPr>
                      <a:rPr lang="en-IN" b="0" i="0" smtClean="0">
                        <a:latin typeface="Cambria Math" panose="02040503050406030204" pitchFamily="18" charset="0"/>
                      </a:rPr>
                      <m:t>E</m:t>
                    </m:r>
                    <m:r>
                      <a:rPr lang="pt-BR" i="1" smtClean="0">
                        <a:latin typeface="Cambria Math" panose="02040503050406030204" pitchFamily="18" charset="0"/>
                      </a:rPr>
                      <m:t>=</m:t>
                    </m:r>
                    <m:nary>
                      <m:naryPr>
                        <m:chr m:val="∑"/>
                        <m:ctrlPr>
                          <a:rPr lang="pt-BR" i="1" smtClean="0">
                            <a:latin typeface="Cambria Math" panose="02040503050406030204" pitchFamily="18" charset="0"/>
                          </a:rPr>
                        </m:ctrlPr>
                      </m:naryPr>
                      <m:sub>
                        <m:r>
                          <a:rPr lang="en-IN" b="0" i="1" smtClean="0">
                            <a:latin typeface="Cambria Math" panose="02040503050406030204" pitchFamily="18" charset="0"/>
                          </a:rPr>
                          <m:t>𝑝</m:t>
                        </m:r>
                        <m:r>
                          <a:rPr lang="pt-BR" i="1" smtClean="0">
                            <a:latin typeface="Cambria Math" panose="02040503050406030204" pitchFamily="18" charset="0"/>
                          </a:rPr>
                          <m:t>=0</m:t>
                        </m:r>
                      </m:sub>
                      <m:sup>
                        <m:r>
                          <a:rPr lang="en-IN" b="0" i="1" smtClean="0">
                            <a:latin typeface="Cambria Math" panose="02040503050406030204" pitchFamily="18" charset="0"/>
                          </a:rPr>
                          <m:t>𝑃</m:t>
                        </m:r>
                      </m:sup>
                      <m:e>
                        <m:nary>
                          <m:naryPr>
                            <m:chr m:val="∑"/>
                            <m:ctrlPr>
                              <a:rPr lang="pt-BR" i="1">
                                <a:solidFill>
                                  <a:srgbClr val="003366"/>
                                </a:solidFill>
                                <a:latin typeface="Cambria Math" panose="02040503050406030204" pitchFamily="18" charset="0"/>
                              </a:rPr>
                            </m:ctrlPr>
                          </m:naryPr>
                          <m:sub>
                            <m:r>
                              <a:rPr lang="en-IN" b="0" i="1" smtClean="0">
                                <a:solidFill>
                                  <a:srgbClr val="003366"/>
                                </a:solidFill>
                                <a:latin typeface="Cambria Math" panose="02040503050406030204" pitchFamily="18" charset="0"/>
                              </a:rPr>
                              <m:t>𝑘</m:t>
                            </m:r>
                            <m:r>
                              <a:rPr lang="pt-BR" i="1">
                                <a:solidFill>
                                  <a:srgbClr val="003366"/>
                                </a:solidFill>
                                <a:latin typeface="Cambria Math" panose="02040503050406030204" pitchFamily="18" charset="0"/>
                              </a:rPr>
                              <m:t>=0</m:t>
                            </m:r>
                          </m:sub>
                          <m:sup>
                            <m:r>
                              <a:rPr lang="en-IN" b="0" i="1" smtClean="0">
                                <a:solidFill>
                                  <a:srgbClr val="003366"/>
                                </a:solidFill>
                                <a:latin typeface="Cambria Math" panose="02040503050406030204" pitchFamily="18" charset="0"/>
                              </a:rPr>
                              <m:t>𝐾</m:t>
                            </m:r>
                          </m:sup>
                          <m:e>
                            <m:d>
                              <m:dPr>
                                <m:ctrlPr>
                                  <a:rPr lang="en-IN" b="0" i="1" smtClean="0">
                                    <a:solidFill>
                                      <a:srgbClr val="003366"/>
                                    </a:solidFill>
                                    <a:latin typeface="Cambria Math" panose="02040503050406030204" pitchFamily="18" charset="0"/>
                                  </a:rPr>
                                </m:ctrlPr>
                              </m:dPr>
                              <m:e>
                                <m:f>
                                  <m:fPr>
                                    <m:ctrlPr>
                                      <a:rPr lang="en-IN" b="0" i="1" smtClean="0">
                                        <a:solidFill>
                                          <a:srgbClr val="003366"/>
                                        </a:solidFill>
                                        <a:latin typeface="Cambria Math" panose="02040503050406030204" pitchFamily="18" charset="0"/>
                                      </a:rPr>
                                    </m:ctrlPr>
                                  </m:fPr>
                                  <m:num>
                                    <m:r>
                                      <a:rPr lang="en-IN" b="0" i="1" smtClean="0">
                                        <a:solidFill>
                                          <a:srgbClr val="003366"/>
                                        </a:solidFill>
                                        <a:latin typeface="Cambria Math" panose="02040503050406030204" pitchFamily="18" charset="0"/>
                                      </a:rPr>
                                      <m:t>1</m:t>
                                    </m:r>
                                  </m:num>
                                  <m:den>
                                    <m:r>
                                      <a:rPr lang="en-IN" b="0" i="1" smtClean="0">
                                        <a:solidFill>
                                          <a:srgbClr val="003366"/>
                                        </a:solidFill>
                                        <a:latin typeface="Cambria Math" panose="02040503050406030204" pitchFamily="18" charset="0"/>
                                      </a:rPr>
                                      <m:t>2</m:t>
                                    </m:r>
                                  </m:den>
                                </m:f>
                              </m:e>
                            </m:d>
                            <m:sSup>
                              <m:sSupPr>
                                <m:ctrlPr>
                                  <a:rPr lang="en-IN" b="0" i="1" smtClean="0">
                                    <a:solidFill>
                                      <a:srgbClr val="003366"/>
                                    </a:solidFill>
                                    <a:latin typeface="Cambria Math" panose="02040503050406030204" pitchFamily="18" charset="0"/>
                                  </a:rPr>
                                </m:ctrlPr>
                              </m:sSupPr>
                              <m:e>
                                <m:d>
                                  <m:dPr>
                                    <m:ctrlPr>
                                      <a:rPr lang="en-IN" b="0" i="1" smtClean="0">
                                        <a:solidFill>
                                          <a:srgbClr val="003366"/>
                                        </a:solidFill>
                                        <a:latin typeface="Cambria Math" panose="02040503050406030204" pitchFamily="18" charset="0"/>
                                      </a:rPr>
                                    </m:ctrlPr>
                                  </m:dPr>
                                  <m:e>
                                    <m:r>
                                      <a:rPr lang="en-IN" b="0" i="1" smtClean="0">
                                        <a:solidFill>
                                          <a:srgbClr val="003366"/>
                                        </a:solidFill>
                                        <a:latin typeface="Cambria Math" panose="02040503050406030204" pitchFamily="18" charset="0"/>
                                      </a:rPr>
                                      <m:t>𝑑𝑘</m:t>
                                    </m:r>
                                    <m:r>
                                      <a:rPr lang="en-IN" b="0" i="1" smtClean="0">
                                        <a:solidFill>
                                          <a:srgbClr val="003366"/>
                                        </a:solidFill>
                                        <a:latin typeface="Cambria Math" panose="02040503050406030204" pitchFamily="18" charset="0"/>
                                      </a:rPr>
                                      <m:t>−</m:t>
                                    </m:r>
                                    <m:r>
                                      <a:rPr lang="en-IN" b="0" i="1" smtClean="0">
                                        <a:solidFill>
                                          <a:srgbClr val="003366"/>
                                        </a:solidFill>
                                        <a:latin typeface="Cambria Math" panose="02040503050406030204" pitchFamily="18" charset="0"/>
                                      </a:rPr>
                                      <m:t>𝑜𝑘</m:t>
                                    </m:r>
                                  </m:e>
                                </m:d>
                              </m:e>
                              <m:sup>
                                <m:r>
                                  <a:rPr lang="en-IN" b="0" i="1" smtClean="0">
                                    <a:solidFill>
                                      <a:srgbClr val="003366"/>
                                    </a:solidFill>
                                    <a:latin typeface="Cambria Math" panose="02040503050406030204" pitchFamily="18" charset="0"/>
                                  </a:rPr>
                                  <m:t>2</m:t>
                                </m:r>
                              </m:sup>
                            </m:sSup>
                            <m:r>
                              <a:rPr lang="en-IN" b="0" i="1" smtClean="0">
                                <a:solidFill>
                                  <a:srgbClr val="003366"/>
                                </a:solidFill>
                                <a:latin typeface="Cambria Math" panose="02040503050406030204" pitchFamily="18" charset="0"/>
                              </a:rPr>
                              <m:t>  </m:t>
                            </m:r>
                          </m:e>
                        </m:nary>
                      </m:e>
                    </m:nary>
                  </m:oMath>
                </a14:m>
                <a:endParaRPr lang="en-IN" b="0" dirty="0">
                  <a:solidFill>
                    <a:srgbClr val="003366"/>
                  </a:solidFill>
                </a:endParaRPr>
              </a:p>
              <a:p>
                <a:pPr marL="342900" indent="-342900">
                  <a:buAutoNum type="alphaLcPeriod"/>
                </a:pPr>
                <a:endParaRPr lang="en-IN" dirty="0"/>
              </a:p>
              <a:p>
                <a:pPr marL="342900" indent="-342900">
                  <a:buAutoNum type="alphaLcPeriod"/>
                </a:pPr>
                <a:r>
                  <a:rPr lang="en-IN" dirty="0"/>
                  <a:t>Error based on Euclidean distance…. </a:t>
                </a:r>
                <a14:m>
                  <m:oMath xmlns:m="http://schemas.openxmlformats.org/officeDocument/2006/math">
                    <m:r>
                      <a:rPr lang="en-IN" b="0" i="1" smtClean="0">
                        <a:latin typeface="Cambria Math" panose="02040503050406030204" pitchFamily="18" charset="0"/>
                      </a:rPr>
                      <m:t>𝐸</m:t>
                    </m:r>
                    <m:r>
                      <a:rPr lang="en-IN" b="0" i="1" smtClean="0">
                        <a:latin typeface="Cambria Math" panose="02040503050406030204" pitchFamily="18" charset="0"/>
                      </a:rPr>
                      <m:t>=</m:t>
                    </m:r>
                    <m:d>
                      <m:dPr>
                        <m:ctrlPr>
                          <a:rPr lang="en-IN" b="0" i="1" smtClean="0">
                            <a:latin typeface="Cambria Math" panose="02040503050406030204" pitchFamily="18" charset="0"/>
                          </a:rPr>
                        </m:ctrlPr>
                      </m:dPr>
                      <m:e>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𝑃𝐾</m:t>
                            </m:r>
                          </m:den>
                        </m:f>
                      </m:e>
                    </m:d>
                    <m:r>
                      <a:rPr lang="en-IN" b="0" i="1" smtClean="0">
                        <a:latin typeface="Cambria Math" panose="02040503050406030204" pitchFamily="18" charset="0"/>
                      </a:rPr>
                      <m:t>(</m:t>
                    </m:r>
                    <m:nary>
                      <m:naryPr>
                        <m:chr m:val="∑"/>
                        <m:ctrlPr>
                          <a:rPr lang="pt-BR" i="1">
                            <a:solidFill>
                              <a:srgbClr val="003366"/>
                            </a:solidFill>
                            <a:latin typeface="Cambria Math" panose="02040503050406030204" pitchFamily="18" charset="0"/>
                          </a:rPr>
                        </m:ctrlPr>
                      </m:naryPr>
                      <m:sub>
                        <m:r>
                          <a:rPr lang="en-IN" i="1">
                            <a:solidFill>
                              <a:srgbClr val="003366"/>
                            </a:solidFill>
                            <a:latin typeface="Cambria Math" panose="02040503050406030204" pitchFamily="18" charset="0"/>
                          </a:rPr>
                          <m:t>𝑝</m:t>
                        </m:r>
                        <m:r>
                          <a:rPr lang="pt-BR" i="1">
                            <a:solidFill>
                              <a:srgbClr val="003366"/>
                            </a:solidFill>
                            <a:latin typeface="Cambria Math" panose="02040503050406030204" pitchFamily="18" charset="0"/>
                          </a:rPr>
                          <m:t>=0</m:t>
                        </m:r>
                      </m:sub>
                      <m:sup>
                        <m:r>
                          <a:rPr lang="en-IN" i="1">
                            <a:solidFill>
                              <a:srgbClr val="003366"/>
                            </a:solidFill>
                            <a:latin typeface="Cambria Math" panose="02040503050406030204" pitchFamily="18" charset="0"/>
                          </a:rPr>
                          <m:t>𝑃</m:t>
                        </m:r>
                      </m:sup>
                      <m:e>
                        <m:nary>
                          <m:naryPr>
                            <m:chr m:val="∑"/>
                            <m:ctrlPr>
                              <a:rPr lang="pt-BR" i="1">
                                <a:solidFill>
                                  <a:srgbClr val="003366"/>
                                </a:solidFill>
                                <a:latin typeface="Cambria Math" panose="02040503050406030204" pitchFamily="18" charset="0"/>
                              </a:rPr>
                            </m:ctrlPr>
                          </m:naryPr>
                          <m:sub>
                            <m:r>
                              <a:rPr lang="en-IN" i="1">
                                <a:solidFill>
                                  <a:srgbClr val="003366"/>
                                </a:solidFill>
                                <a:latin typeface="Cambria Math" panose="02040503050406030204" pitchFamily="18" charset="0"/>
                              </a:rPr>
                              <m:t>𝑘</m:t>
                            </m:r>
                            <m:r>
                              <a:rPr lang="pt-BR" i="1">
                                <a:solidFill>
                                  <a:srgbClr val="003366"/>
                                </a:solidFill>
                                <a:latin typeface="Cambria Math" panose="02040503050406030204" pitchFamily="18" charset="0"/>
                              </a:rPr>
                              <m:t>=0</m:t>
                            </m:r>
                          </m:sub>
                          <m:sup>
                            <m:r>
                              <a:rPr lang="en-IN" i="1">
                                <a:solidFill>
                                  <a:srgbClr val="003366"/>
                                </a:solidFill>
                                <a:latin typeface="Cambria Math" panose="02040503050406030204" pitchFamily="18" charset="0"/>
                              </a:rPr>
                              <m:t>𝐾</m:t>
                            </m:r>
                          </m:sup>
                          <m:e>
                            <m:d>
                              <m:dPr>
                                <m:ctrlPr>
                                  <a:rPr lang="en-IN" i="1">
                                    <a:solidFill>
                                      <a:srgbClr val="003366"/>
                                    </a:solidFill>
                                    <a:latin typeface="Cambria Math" panose="02040503050406030204" pitchFamily="18" charset="0"/>
                                  </a:rPr>
                                </m:ctrlPr>
                              </m:dPr>
                              <m:e>
                                <m:f>
                                  <m:fPr>
                                    <m:ctrlPr>
                                      <a:rPr lang="en-IN" i="1">
                                        <a:solidFill>
                                          <a:srgbClr val="003366"/>
                                        </a:solidFill>
                                        <a:latin typeface="Cambria Math" panose="02040503050406030204" pitchFamily="18" charset="0"/>
                                      </a:rPr>
                                    </m:ctrlPr>
                                  </m:fPr>
                                  <m:num>
                                    <m:r>
                                      <a:rPr lang="en-IN" i="1">
                                        <a:solidFill>
                                          <a:srgbClr val="003366"/>
                                        </a:solidFill>
                                        <a:latin typeface="Cambria Math" panose="02040503050406030204" pitchFamily="18" charset="0"/>
                                      </a:rPr>
                                      <m:t>1</m:t>
                                    </m:r>
                                  </m:num>
                                  <m:den>
                                    <m:r>
                                      <a:rPr lang="en-IN" i="1">
                                        <a:solidFill>
                                          <a:srgbClr val="003366"/>
                                        </a:solidFill>
                                        <a:latin typeface="Cambria Math" panose="02040503050406030204" pitchFamily="18" charset="0"/>
                                      </a:rPr>
                                      <m:t>2</m:t>
                                    </m:r>
                                  </m:den>
                                </m:f>
                              </m:e>
                            </m:d>
                            <m:sSup>
                              <m:sSupPr>
                                <m:ctrlPr>
                                  <a:rPr lang="en-IN" i="1">
                                    <a:solidFill>
                                      <a:srgbClr val="003366"/>
                                    </a:solidFill>
                                    <a:latin typeface="Cambria Math" panose="02040503050406030204" pitchFamily="18" charset="0"/>
                                  </a:rPr>
                                </m:ctrlPr>
                              </m:sSupPr>
                              <m:e>
                                <m:d>
                                  <m:dPr>
                                    <m:ctrlPr>
                                      <a:rPr lang="en-IN" i="1">
                                        <a:solidFill>
                                          <a:srgbClr val="003366"/>
                                        </a:solidFill>
                                        <a:latin typeface="Cambria Math" panose="02040503050406030204" pitchFamily="18" charset="0"/>
                                      </a:rPr>
                                    </m:ctrlPr>
                                  </m:dPr>
                                  <m:e>
                                    <m:r>
                                      <a:rPr lang="en-IN" i="1">
                                        <a:solidFill>
                                          <a:srgbClr val="003366"/>
                                        </a:solidFill>
                                        <a:latin typeface="Cambria Math" panose="02040503050406030204" pitchFamily="18" charset="0"/>
                                      </a:rPr>
                                      <m:t>𝑑𝑘</m:t>
                                    </m:r>
                                    <m:r>
                                      <a:rPr lang="en-IN" i="1">
                                        <a:solidFill>
                                          <a:srgbClr val="003366"/>
                                        </a:solidFill>
                                        <a:latin typeface="Cambria Math" panose="02040503050406030204" pitchFamily="18" charset="0"/>
                                      </a:rPr>
                                      <m:t>−</m:t>
                                    </m:r>
                                    <m:r>
                                      <a:rPr lang="en-IN" i="1">
                                        <a:solidFill>
                                          <a:srgbClr val="003366"/>
                                        </a:solidFill>
                                        <a:latin typeface="Cambria Math" panose="02040503050406030204" pitchFamily="18" charset="0"/>
                                      </a:rPr>
                                      <m:t>𝑜𝑘</m:t>
                                    </m:r>
                                  </m:e>
                                </m:d>
                              </m:e>
                              <m:sup>
                                <m:r>
                                  <a:rPr lang="en-IN" i="1">
                                    <a:solidFill>
                                      <a:srgbClr val="003366"/>
                                    </a:solidFill>
                                    <a:latin typeface="Cambria Math" panose="02040503050406030204" pitchFamily="18" charset="0"/>
                                  </a:rPr>
                                  <m:t>2</m:t>
                                </m:r>
                              </m:sup>
                            </m:sSup>
                            <m:r>
                              <a:rPr lang="en-IN" i="1">
                                <a:solidFill>
                                  <a:srgbClr val="003366"/>
                                </a:solidFill>
                                <a:latin typeface="Cambria Math" panose="02040503050406030204" pitchFamily="18" charset="0"/>
                              </a:rPr>
                              <m:t>  </m:t>
                            </m:r>
                          </m:e>
                        </m:nary>
                      </m:e>
                    </m:nary>
                  </m:oMath>
                </a14:m>
                <a:endParaRPr lang="en-IN" dirty="0"/>
              </a:p>
              <a:p>
                <a:pPr marL="342900" indent="-342900">
                  <a:buAutoNum type="alphaLcPeriod"/>
                </a:pPr>
                <a:endParaRPr lang="en-IN" dirty="0"/>
              </a:p>
              <a:p>
                <a:pPr marL="342900" indent="-342900">
                  <a:buAutoNum type="alphaLcPeriod"/>
                </a:pPr>
                <a:r>
                  <a:rPr kumimoji="0" lang="en-IN" sz="1800" b="0" i="0" u="none" strike="noStrike" kern="1200" cap="none" spc="0" normalizeH="0" baseline="0" noProof="0" dirty="0">
                    <a:ln>
                      <a:noFill/>
                    </a:ln>
                    <a:solidFill>
                      <a:srgbClr val="003366"/>
                    </a:solidFill>
                    <a:effectLst/>
                    <a:uLnTx/>
                    <a:uFillTx/>
                    <a:latin typeface="Arial"/>
                    <a:ea typeface="新細明體"/>
                    <a:cs typeface="+mn-cs"/>
                  </a:rPr>
                  <a:t>Error based on Hamming distance…. </a:t>
                </a:r>
                <a14:m>
                  <m:oMath xmlns:m="http://schemas.openxmlformats.org/officeDocument/2006/math">
                    <m:r>
                      <a:rPr kumimoji="0" lang="en-IN" sz="1800" b="0" i="1" u="none" strike="noStrike" kern="1200" cap="none" spc="0" normalizeH="0" baseline="0" noProof="0" smtClean="0">
                        <a:ln>
                          <a:noFill/>
                        </a:ln>
                        <a:solidFill>
                          <a:srgbClr val="003366"/>
                        </a:solidFill>
                        <a:effectLst/>
                        <a:uLnTx/>
                        <a:uFillTx/>
                        <a:latin typeface="Cambria Math" panose="02040503050406030204" pitchFamily="18" charset="0"/>
                        <a:cs typeface="+mn-cs"/>
                      </a:rPr>
                      <m:t>𝐸</m:t>
                    </m:r>
                    <m:r>
                      <a:rPr kumimoji="0" lang="en-IN" sz="1800" b="0" i="1" u="none" strike="noStrike" kern="1200" cap="none" spc="0" normalizeH="0" baseline="0" noProof="0" smtClean="0">
                        <a:ln>
                          <a:noFill/>
                        </a:ln>
                        <a:solidFill>
                          <a:srgbClr val="003366"/>
                        </a:solidFill>
                        <a:effectLst/>
                        <a:uLnTx/>
                        <a:uFillTx/>
                        <a:latin typeface="Cambria Math" panose="02040503050406030204" pitchFamily="18" charset="0"/>
                        <a:cs typeface="+mn-cs"/>
                      </a:rPr>
                      <m:t>=</m:t>
                    </m:r>
                    <m:d>
                      <m:dPr>
                        <m:ctrlPr>
                          <a:rPr kumimoji="0" lang="en-IN" sz="1800" b="0" i="1" u="none" strike="noStrike" kern="1200" cap="none" spc="0" normalizeH="0" baseline="0" noProof="0" smtClean="0">
                            <a:ln>
                              <a:noFill/>
                            </a:ln>
                            <a:solidFill>
                              <a:srgbClr val="003366"/>
                            </a:solidFill>
                            <a:effectLst/>
                            <a:uLnTx/>
                            <a:uFillTx/>
                            <a:latin typeface="Cambria Math" panose="02040503050406030204" pitchFamily="18" charset="0"/>
                            <a:cs typeface="+mn-cs"/>
                          </a:rPr>
                        </m:ctrlPr>
                      </m:dPr>
                      <m:e>
                        <m:f>
                          <m:fPr>
                            <m:ctrlPr>
                              <a:rPr kumimoji="0" lang="en-IN" sz="1800" b="0" i="1" u="none" strike="noStrike" kern="1200" cap="none" spc="0" normalizeH="0" baseline="0" noProof="0" smtClean="0">
                                <a:ln>
                                  <a:noFill/>
                                </a:ln>
                                <a:solidFill>
                                  <a:srgbClr val="003366"/>
                                </a:solidFill>
                                <a:effectLst/>
                                <a:uLnTx/>
                                <a:uFillTx/>
                                <a:latin typeface="Cambria Math" panose="02040503050406030204" pitchFamily="18" charset="0"/>
                                <a:cs typeface="+mn-cs"/>
                              </a:rPr>
                            </m:ctrlPr>
                          </m:fPr>
                          <m:num>
                            <m:r>
                              <a:rPr kumimoji="0" lang="en-IN" sz="1800" b="0" i="1" u="none" strike="noStrike" kern="1200" cap="none" spc="0" normalizeH="0" baseline="0" noProof="0" smtClean="0">
                                <a:ln>
                                  <a:noFill/>
                                </a:ln>
                                <a:solidFill>
                                  <a:srgbClr val="003366"/>
                                </a:solidFill>
                                <a:effectLst/>
                                <a:uLnTx/>
                                <a:uFillTx/>
                                <a:latin typeface="Cambria Math" panose="02040503050406030204" pitchFamily="18" charset="0"/>
                                <a:cs typeface="+mn-cs"/>
                              </a:rPr>
                              <m:t>1</m:t>
                            </m:r>
                          </m:num>
                          <m:den>
                            <m:r>
                              <a:rPr kumimoji="0" lang="en-IN" sz="1800" b="0" i="1" u="none" strike="noStrike" kern="1200" cap="none" spc="0" normalizeH="0" baseline="0" noProof="0" smtClean="0">
                                <a:ln>
                                  <a:noFill/>
                                </a:ln>
                                <a:solidFill>
                                  <a:srgbClr val="003366"/>
                                </a:solidFill>
                                <a:effectLst/>
                                <a:uLnTx/>
                                <a:uFillTx/>
                                <a:latin typeface="Cambria Math" panose="02040503050406030204" pitchFamily="18" charset="0"/>
                                <a:cs typeface="+mn-cs"/>
                              </a:rPr>
                              <m:t>𝑃𝐾</m:t>
                            </m:r>
                          </m:den>
                        </m:f>
                      </m:e>
                    </m:d>
                    <m:r>
                      <a:rPr kumimoji="0" lang="en-IN" sz="1800" b="0" i="1" u="none" strike="noStrike" kern="1200" cap="none" spc="0" normalizeH="0" baseline="0" noProof="0" smtClean="0">
                        <a:ln>
                          <a:noFill/>
                        </a:ln>
                        <a:solidFill>
                          <a:srgbClr val="003366"/>
                        </a:solidFill>
                        <a:effectLst/>
                        <a:uLnTx/>
                        <a:uFillTx/>
                        <a:latin typeface="Cambria Math" panose="02040503050406030204" pitchFamily="18" charset="0"/>
                        <a:cs typeface="+mn-cs"/>
                      </a:rPr>
                      <m:t>(</m:t>
                    </m:r>
                    <m:nary>
                      <m:naryPr>
                        <m:chr m:val="∑"/>
                        <m:ctrlPr>
                          <a:rPr kumimoji="0" lang="pt-BR" sz="1800" b="0" i="1" u="none" strike="noStrike" kern="1200" cap="none" spc="0" normalizeH="0" baseline="0" noProof="0">
                            <a:ln>
                              <a:noFill/>
                            </a:ln>
                            <a:solidFill>
                              <a:srgbClr val="003366"/>
                            </a:solidFill>
                            <a:effectLst/>
                            <a:uLnTx/>
                            <a:uFillTx/>
                            <a:latin typeface="Cambria Math" panose="02040503050406030204" pitchFamily="18" charset="0"/>
                            <a:cs typeface="+mn-cs"/>
                          </a:rPr>
                        </m:ctrlPr>
                      </m:naryPr>
                      <m:sub>
                        <m:r>
                          <a:rPr kumimoji="0" lang="en-IN" sz="1800" b="0" i="1" u="none" strike="noStrike" kern="1200" cap="none" spc="0" normalizeH="0" baseline="0" noProof="0">
                            <a:ln>
                              <a:noFill/>
                            </a:ln>
                            <a:solidFill>
                              <a:srgbClr val="003366"/>
                            </a:solidFill>
                            <a:effectLst/>
                            <a:uLnTx/>
                            <a:uFillTx/>
                            <a:latin typeface="Cambria Math" panose="02040503050406030204" pitchFamily="18" charset="0"/>
                            <a:cs typeface="+mn-cs"/>
                          </a:rPr>
                          <m:t>𝑝</m:t>
                        </m:r>
                        <m:r>
                          <a:rPr kumimoji="0" lang="pt-BR" sz="1800" b="0" i="1" u="none" strike="noStrike" kern="1200" cap="none" spc="0" normalizeH="0" baseline="0" noProof="0">
                            <a:ln>
                              <a:noFill/>
                            </a:ln>
                            <a:solidFill>
                              <a:srgbClr val="003366"/>
                            </a:solidFill>
                            <a:effectLst/>
                            <a:uLnTx/>
                            <a:uFillTx/>
                            <a:latin typeface="Cambria Math" panose="02040503050406030204" pitchFamily="18" charset="0"/>
                            <a:cs typeface="+mn-cs"/>
                          </a:rPr>
                          <m:t>=0</m:t>
                        </m:r>
                      </m:sub>
                      <m:sup>
                        <m:r>
                          <a:rPr kumimoji="0" lang="en-IN" sz="1800" b="0" i="1" u="none" strike="noStrike" kern="1200" cap="none" spc="0" normalizeH="0" baseline="0" noProof="0">
                            <a:ln>
                              <a:noFill/>
                            </a:ln>
                            <a:solidFill>
                              <a:srgbClr val="003366"/>
                            </a:solidFill>
                            <a:effectLst/>
                            <a:uLnTx/>
                            <a:uFillTx/>
                            <a:latin typeface="Cambria Math" panose="02040503050406030204" pitchFamily="18" charset="0"/>
                            <a:cs typeface="+mn-cs"/>
                          </a:rPr>
                          <m:t>𝑃</m:t>
                        </m:r>
                      </m:sup>
                      <m:e>
                        <m:nary>
                          <m:naryPr>
                            <m:chr m:val="∑"/>
                            <m:ctrlPr>
                              <a:rPr kumimoji="0" lang="pt-BR" sz="1800" b="0" i="1" u="none" strike="noStrike" kern="1200" cap="none" spc="0" normalizeH="0" baseline="0" noProof="0">
                                <a:ln>
                                  <a:noFill/>
                                </a:ln>
                                <a:solidFill>
                                  <a:srgbClr val="003366"/>
                                </a:solidFill>
                                <a:effectLst/>
                                <a:uLnTx/>
                                <a:uFillTx/>
                                <a:latin typeface="Cambria Math" panose="02040503050406030204" pitchFamily="18" charset="0"/>
                                <a:cs typeface="+mn-cs"/>
                              </a:rPr>
                            </m:ctrlPr>
                          </m:naryPr>
                          <m:sub>
                            <m:r>
                              <a:rPr kumimoji="0" lang="en-IN" sz="1800" b="0" i="1" u="none" strike="noStrike" kern="1200" cap="none" spc="0" normalizeH="0" baseline="0" noProof="0">
                                <a:ln>
                                  <a:noFill/>
                                </a:ln>
                                <a:solidFill>
                                  <a:srgbClr val="003366"/>
                                </a:solidFill>
                                <a:effectLst/>
                                <a:uLnTx/>
                                <a:uFillTx/>
                                <a:latin typeface="Cambria Math" panose="02040503050406030204" pitchFamily="18" charset="0"/>
                                <a:cs typeface="+mn-cs"/>
                              </a:rPr>
                              <m:t>𝑘</m:t>
                            </m:r>
                            <m:r>
                              <a:rPr kumimoji="0" lang="pt-BR" sz="1800" b="0" i="1" u="none" strike="noStrike" kern="1200" cap="none" spc="0" normalizeH="0" baseline="0" noProof="0">
                                <a:ln>
                                  <a:noFill/>
                                </a:ln>
                                <a:solidFill>
                                  <a:srgbClr val="003366"/>
                                </a:solidFill>
                                <a:effectLst/>
                                <a:uLnTx/>
                                <a:uFillTx/>
                                <a:latin typeface="Cambria Math" panose="02040503050406030204" pitchFamily="18" charset="0"/>
                                <a:cs typeface="+mn-cs"/>
                              </a:rPr>
                              <m:t>=0</m:t>
                            </m:r>
                          </m:sub>
                          <m:sup>
                            <m:r>
                              <a:rPr kumimoji="0" lang="en-IN" sz="1800" b="0" i="1" u="none" strike="noStrike" kern="1200" cap="none" spc="0" normalizeH="0" baseline="0" noProof="0">
                                <a:ln>
                                  <a:noFill/>
                                </a:ln>
                                <a:solidFill>
                                  <a:srgbClr val="003366"/>
                                </a:solidFill>
                                <a:effectLst/>
                                <a:uLnTx/>
                                <a:uFillTx/>
                                <a:latin typeface="Cambria Math" panose="02040503050406030204" pitchFamily="18" charset="0"/>
                                <a:cs typeface="+mn-cs"/>
                              </a:rPr>
                              <m:t>𝐾</m:t>
                            </m:r>
                          </m:sup>
                          <m:e>
                            <m:d>
                              <m:dPr>
                                <m:ctrlPr>
                                  <a:rPr kumimoji="0" lang="en-IN" sz="1800" b="0" i="1" u="none" strike="noStrike" kern="1200" cap="none" spc="0" normalizeH="0" baseline="0" noProof="0">
                                    <a:ln>
                                      <a:noFill/>
                                    </a:ln>
                                    <a:solidFill>
                                      <a:srgbClr val="003366"/>
                                    </a:solidFill>
                                    <a:effectLst/>
                                    <a:uLnTx/>
                                    <a:uFillTx/>
                                    <a:latin typeface="Cambria Math" panose="02040503050406030204" pitchFamily="18" charset="0"/>
                                    <a:cs typeface="+mn-cs"/>
                                  </a:rPr>
                                </m:ctrlPr>
                              </m:dPr>
                              <m:e>
                                <m:f>
                                  <m:fPr>
                                    <m:ctrlPr>
                                      <a:rPr kumimoji="0" lang="en-IN" sz="1800" b="0" i="1" u="none" strike="noStrike" kern="1200" cap="none" spc="0" normalizeH="0" baseline="0" noProof="0">
                                        <a:ln>
                                          <a:noFill/>
                                        </a:ln>
                                        <a:solidFill>
                                          <a:srgbClr val="003366"/>
                                        </a:solidFill>
                                        <a:effectLst/>
                                        <a:uLnTx/>
                                        <a:uFillTx/>
                                        <a:latin typeface="Cambria Math" panose="02040503050406030204" pitchFamily="18" charset="0"/>
                                        <a:cs typeface="+mn-cs"/>
                                      </a:rPr>
                                    </m:ctrlPr>
                                  </m:fPr>
                                  <m:num>
                                    <m:r>
                                      <a:rPr kumimoji="0" lang="en-IN" sz="1800" b="0" i="1" u="none" strike="noStrike" kern="1200" cap="none" spc="0" normalizeH="0" baseline="0" noProof="0">
                                        <a:ln>
                                          <a:noFill/>
                                        </a:ln>
                                        <a:solidFill>
                                          <a:srgbClr val="003366"/>
                                        </a:solidFill>
                                        <a:effectLst/>
                                        <a:uLnTx/>
                                        <a:uFillTx/>
                                        <a:latin typeface="Cambria Math" panose="02040503050406030204" pitchFamily="18" charset="0"/>
                                        <a:cs typeface="+mn-cs"/>
                                      </a:rPr>
                                      <m:t>1</m:t>
                                    </m:r>
                                  </m:num>
                                  <m:den>
                                    <m:r>
                                      <a:rPr kumimoji="0" lang="en-IN" sz="1800" b="0" i="1" u="none" strike="noStrike" kern="1200" cap="none" spc="0" normalizeH="0" baseline="0" noProof="0">
                                        <a:ln>
                                          <a:noFill/>
                                        </a:ln>
                                        <a:solidFill>
                                          <a:srgbClr val="003366"/>
                                        </a:solidFill>
                                        <a:effectLst/>
                                        <a:uLnTx/>
                                        <a:uFillTx/>
                                        <a:latin typeface="Cambria Math" panose="02040503050406030204" pitchFamily="18" charset="0"/>
                                        <a:cs typeface="+mn-cs"/>
                                      </a:rPr>
                                      <m:t>2</m:t>
                                    </m:r>
                                  </m:den>
                                </m:f>
                              </m:e>
                            </m:d>
                            <m:sSup>
                              <m:sSupPr>
                                <m:ctrlPr>
                                  <a:rPr kumimoji="0" lang="en-IN" sz="1800" b="0" i="1" u="none" strike="noStrike" kern="1200" cap="none" spc="0" normalizeH="0" baseline="0" noProof="0">
                                    <a:ln>
                                      <a:noFill/>
                                    </a:ln>
                                    <a:solidFill>
                                      <a:srgbClr val="003366"/>
                                    </a:solidFill>
                                    <a:effectLst/>
                                    <a:uLnTx/>
                                    <a:uFillTx/>
                                    <a:latin typeface="Cambria Math" panose="02040503050406030204" pitchFamily="18" charset="0"/>
                                    <a:cs typeface="+mn-cs"/>
                                  </a:rPr>
                                </m:ctrlPr>
                              </m:sSupPr>
                              <m:e>
                                <m:r>
                                  <a:rPr kumimoji="0" lang="en-IN" sz="1800" b="0" i="1" u="none" strike="noStrike" kern="1200" cap="none" spc="0" normalizeH="0" baseline="0" noProof="0" smtClean="0">
                                    <a:ln>
                                      <a:noFill/>
                                    </a:ln>
                                    <a:solidFill>
                                      <a:srgbClr val="003366"/>
                                    </a:solidFill>
                                    <a:effectLst/>
                                    <a:uLnTx/>
                                    <a:uFillTx/>
                                    <a:latin typeface="Cambria Math" panose="02040503050406030204" pitchFamily="18" charset="0"/>
                                    <a:cs typeface="+mn-cs"/>
                                  </a:rPr>
                                  <m:t>|</m:t>
                                </m:r>
                                <m:r>
                                  <a:rPr kumimoji="0" lang="en-IN" sz="1800" b="0" i="1" u="none" strike="noStrike" kern="1200" cap="none" spc="0" normalizeH="0" baseline="0" noProof="0" smtClean="0">
                                    <a:ln>
                                      <a:noFill/>
                                    </a:ln>
                                    <a:solidFill>
                                      <a:srgbClr val="003366"/>
                                    </a:solidFill>
                                    <a:effectLst/>
                                    <a:uLnTx/>
                                    <a:uFillTx/>
                                    <a:latin typeface="Cambria Math" panose="02040503050406030204" pitchFamily="18" charset="0"/>
                                    <a:cs typeface="+mn-cs"/>
                                  </a:rPr>
                                  <m:t>𝑑𝑘</m:t>
                                </m:r>
                                <m:r>
                                  <a:rPr kumimoji="0" lang="en-IN" sz="1800" b="0" i="1" u="none" strike="noStrike" kern="1200" cap="none" spc="0" normalizeH="0" baseline="0" noProof="0" smtClean="0">
                                    <a:ln>
                                      <a:noFill/>
                                    </a:ln>
                                    <a:solidFill>
                                      <a:srgbClr val="003366"/>
                                    </a:solidFill>
                                    <a:effectLst/>
                                    <a:uLnTx/>
                                    <a:uFillTx/>
                                    <a:latin typeface="Cambria Math" panose="02040503050406030204" pitchFamily="18" charset="0"/>
                                    <a:cs typeface="+mn-cs"/>
                                  </a:rPr>
                                  <m:t>−</m:t>
                                </m:r>
                                <m:r>
                                  <a:rPr kumimoji="0" lang="en-IN" sz="1800" b="0" i="1" u="none" strike="noStrike" kern="1200" cap="none" spc="0" normalizeH="0" baseline="0" noProof="0" smtClean="0">
                                    <a:ln>
                                      <a:noFill/>
                                    </a:ln>
                                    <a:solidFill>
                                      <a:srgbClr val="003366"/>
                                    </a:solidFill>
                                    <a:effectLst/>
                                    <a:uLnTx/>
                                    <a:uFillTx/>
                                    <a:latin typeface="Cambria Math" panose="02040503050406030204" pitchFamily="18" charset="0"/>
                                    <a:cs typeface="+mn-cs"/>
                                  </a:rPr>
                                  <m:t>𝑜𝑘</m:t>
                                </m:r>
                                <m:r>
                                  <a:rPr kumimoji="0" lang="en-IN" sz="1800" b="0" i="1" u="none" strike="noStrike" kern="1200" cap="none" spc="0" normalizeH="0" baseline="0" noProof="0" smtClean="0">
                                    <a:ln>
                                      <a:noFill/>
                                    </a:ln>
                                    <a:solidFill>
                                      <a:srgbClr val="003366"/>
                                    </a:solidFill>
                                    <a:effectLst/>
                                    <a:uLnTx/>
                                    <a:uFillTx/>
                                    <a:latin typeface="Cambria Math" panose="02040503050406030204" pitchFamily="18" charset="0"/>
                                    <a:cs typeface="+mn-cs"/>
                                  </a:rPr>
                                  <m:t>|</m:t>
                                </m:r>
                              </m:e>
                              <m:sup>
                                <m:r>
                                  <a:rPr kumimoji="0" lang="en-IN" sz="1800" b="0" i="1" u="none" strike="noStrike" kern="1200" cap="none" spc="0" normalizeH="0" baseline="0" noProof="0" smtClean="0">
                                    <a:ln>
                                      <a:noFill/>
                                    </a:ln>
                                    <a:solidFill>
                                      <a:srgbClr val="003366"/>
                                    </a:solidFill>
                                    <a:effectLst/>
                                    <a:uLnTx/>
                                    <a:uFillTx/>
                                    <a:latin typeface="Cambria Math" panose="02040503050406030204" pitchFamily="18" charset="0"/>
                                    <a:cs typeface="+mn-cs"/>
                                  </a:rPr>
                                  <m:t>1</m:t>
                                </m:r>
                              </m:sup>
                            </m:sSup>
                            <m:r>
                              <a:rPr kumimoji="0" lang="en-IN" sz="1800" b="0" i="1" u="none" strike="noStrike" kern="1200" cap="none" spc="0" normalizeH="0" baseline="0" noProof="0">
                                <a:ln>
                                  <a:noFill/>
                                </a:ln>
                                <a:solidFill>
                                  <a:srgbClr val="003366"/>
                                </a:solidFill>
                                <a:effectLst/>
                                <a:uLnTx/>
                                <a:uFillTx/>
                                <a:latin typeface="Cambria Math" panose="02040503050406030204" pitchFamily="18" charset="0"/>
                                <a:cs typeface="+mn-cs"/>
                              </a:rPr>
                              <m:t>  </m:t>
                            </m:r>
                          </m:e>
                        </m:nary>
                      </m:e>
                    </m:nary>
                  </m:oMath>
                </a14:m>
                <a:endParaRPr lang="en-IN" dirty="0"/>
              </a:p>
              <a:p>
                <a:pPr marL="342900" indent="-342900">
                  <a:buAutoNum type="alphaLcPeriod"/>
                </a:pPr>
                <a:endParaRPr lang="en-IN" dirty="0"/>
              </a:p>
            </p:txBody>
          </p:sp>
        </mc:Choice>
        <mc:Fallback xmlns="">
          <p:sp>
            <p:nvSpPr>
              <p:cNvPr id="5" name="TextBox 4">
                <a:extLst>
                  <a:ext uri="{FF2B5EF4-FFF2-40B4-BE49-F238E27FC236}">
                    <a16:creationId xmlns:a16="http://schemas.microsoft.com/office/drawing/2014/main" id="{CB99DD3B-1403-4934-A999-B2A57FD6196D}"/>
                  </a:ext>
                </a:extLst>
              </p:cNvPr>
              <p:cNvSpPr txBox="1">
                <a:spLocks noRot="1" noChangeAspect="1" noMove="1" noResize="1" noEditPoints="1" noAdjustHandles="1" noChangeArrowheads="1" noChangeShapeType="1" noTextEdit="1"/>
              </p:cNvSpPr>
              <p:nvPr/>
            </p:nvSpPr>
            <p:spPr>
              <a:xfrm>
                <a:off x="1280161" y="2717075"/>
                <a:ext cx="10419805" cy="3320140"/>
              </a:xfrm>
              <a:prstGeom prst="rect">
                <a:avLst/>
              </a:prstGeom>
              <a:blipFill>
                <a:blip r:embed="rId2"/>
                <a:stretch>
                  <a:fillRect l="-351" b="-9743"/>
                </a:stretch>
              </a:blipFill>
            </p:spPr>
            <p:txBody>
              <a:bodyPr/>
              <a:lstStyle/>
              <a:p>
                <a:r>
                  <a:rPr lang="en-IN">
                    <a:noFill/>
                  </a:rPr>
                  <a:t> </a:t>
                </a:r>
              </a:p>
            </p:txBody>
          </p:sp>
        </mc:Fallback>
      </mc:AlternateContent>
    </p:spTree>
    <p:extLst>
      <p:ext uri="{BB962C8B-B14F-4D97-AF65-F5344CB8AC3E}">
        <p14:creationId xmlns:p14="http://schemas.microsoft.com/office/powerpoint/2010/main" val="10330575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81984-EFA9-4E6F-9D02-0E4563F283F3}"/>
              </a:ext>
            </a:extLst>
          </p:cNvPr>
          <p:cNvSpPr>
            <a:spLocks noGrp="1"/>
          </p:cNvSpPr>
          <p:nvPr>
            <p:ph type="title"/>
          </p:nvPr>
        </p:nvSpPr>
        <p:spPr>
          <a:xfrm>
            <a:off x="1016000" y="762000"/>
            <a:ext cx="7562516" cy="1143000"/>
          </a:xfrm>
        </p:spPr>
        <p:txBody>
          <a:bodyPr/>
          <a:lstStyle/>
          <a:p>
            <a: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Performance Evaluation of EBPA</a:t>
            </a:r>
            <a:endParaRPr lang="en-IN" dirty="0"/>
          </a:p>
        </p:txBody>
      </p:sp>
      <p:sp>
        <p:nvSpPr>
          <p:cNvPr id="3" name="Content Placeholder 2">
            <a:extLst>
              <a:ext uri="{FF2B5EF4-FFF2-40B4-BE49-F238E27FC236}">
                <a16:creationId xmlns:a16="http://schemas.microsoft.com/office/drawing/2014/main" id="{8A6E7276-F8B0-492A-94C9-29BD96FBB0D9}"/>
              </a:ext>
            </a:extLst>
          </p:cNvPr>
          <p:cNvSpPr>
            <a:spLocks noGrp="1"/>
          </p:cNvSpPr>
          <p:nvPr>
            <p:ph idx="1"/>
          </p:nvPr>
        </p:nvSpPr>
        <p:spPr/>
        <p:txBody>
          <a:bodyPr/>
          <a:lstStyle/>
          <a:p>
            <a:pPr marL="180975" indent="-180975"/>
            <a:r>
              <a:rPr lang="en-IN" sz="2000" b="1" dirty="0">
                <a:solidFill>
                  <a:srgbClr val="003366"/>
                </a:solidFill>
                <a:latin typeface="Arial"/>
              </a:rPr>
              <a:t>Implementation</a:t>
            </a:r>
          </a:p>
          <a:p>
            <a:endParaRPr lang="en-IN" sz="2000" b="1" dirty="0">
              <a:solidFill>
                <a:srgbClr val="003366"/>
              </a:solidFill>
              <a:latin typeface="Arial"/>
            </a:endParaRPr>
          </a:p>
        </p:txBody>
      </p:sp>
      <p:sp>
        <p:nvSpPr>
          <p:cNvPr id="4" name="Slide Number Placeholder 3">
            <a:extLst>
              <a:ext uri="{FF2B5EF4-FFF2-40B4-BE49-F238E27FC236}">
                <a16:creationId xmlns:a16="http://schemas.microsoft.com/office/drawing/2014/main" id="{52062EE9-1E8A-4449-A4EB-597F9FCA4A4F}"/>
              </a:ext>
            </a:extLst>
          </p:cNvPr>
          <p:cNvSpPr>
            <a:spLocks noGrp="1"/>
          </p:cNvSpPr>
          <p:nvPr>
            <p:ph type="sldNum" sz="quarter" idx="12"/>
          </p:nvPr>
        </p:nvSpPr>
        <p:spPr/>
        <p:txBody>
          <a:bodyPr/>
          <a:lstStyle/>
          <a:p>
            <a:pPr>
              <a:defRPr/>
            </a:pPr>
            <a:fld id="{9AD681D7-8A59-4380-9311-10B86FF921AA}" type="slidenum">
              <a:rPr lang="en-US" altLang="zh-TW" smtClean="0"/>
              <a:pPr>
                <a:defRPr/>
              </a:pPr>
              <a:t>46</a:t>
            </a:fld>
            <a:endParaRPr lang="en-US" altLang="zh-TW"/>
          </a:p>
        </p:txBody>
      </p:sp>
      <p:graphicFrame>
        <p:nvGraphicFramePr>
          <p:cNvPr id="5" name="Table 5">
            <a:extLst>
              <a:ext uri="{FF2B5EF4-FFF2-40B4-BE49-F238E27FC236}">
                <a16:creationId xmlns:a16="http://schemas.microsoft.com/office/drawing/2014/main" id="{670CB407-CAAA-43F8-B568-030834F6FD4A}"/>
              </a:ext>
            </a:extLst>
          </p:cNvPr>
          <p:cNvGraphicFramePr>
            <a:graphicFrameLocks noGrp="1"/>
          </p:cNvGraphicFramePr>
          <p:nvPr>
            <p:extLst>
              <p:ext uri="{D42A27DB-BD31-4B8C-83A1-F6EECF244321}">
                <p14:modId xmlns:p14="http://schemas.microsoft.com/office/powerpoint/2010/main" val="3212914015"/>
              </p:ext>
            </p:extLst>
          </p:nvPr>
        </p:nvGraphicFramePr>
        <p:xfrm>
          <a:off x="1901371" y="3111818"/>
          <a:ext cx="8128000" cy="33020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137419604"/>
                    </a:ext>
                  </a:extLst>
                </a:gridCol>
                <a:gridCol w="4064000">
                  <a:extLst>
                    <a:ext uri="{9D8B030D-6E8A-4147-A177-3AD203B41FA5}">
                      <a16:colId xmlns:a16="http://schemas.microsoft.com/office/drawing/2014/main" val="3482461308"/>
                    </a:ext>
                  </a:extLst>
                </a:gridCol>
              </a:tblGrid>
              <a:tr h="370840">
                <a:tc>
                  <a:txBody>
                    <a:bodyPr/>
                    <a:lstStyle/>
                    <a:p>
                      <a:r>
                        <a:rPr lang="en-IN" dirty="0"/>
                        <a:t>Hardware</a:t>
                      </a:r>
                    </a:p>
                  </a:txBody>
                  <a:tcPr/>
                </a:tc>
                <a:tc>
                  <a:txBody>
                    <a:bodyPr/>
                    <a:lstStyle/>
                    <a:p>
                      <a:r>
                        <a:rPr lang="en-IN" dirty="0"/>
                        <a:t>Software</a:t>
                      </a:r>
                    </a:p>
                  </a:txBody>
                  <a:tcPr/>
                </a:tc>
                <a:extLst>
                  <a:ext uri="{0D108BD9-81ED-4DB2-BD59-A6C34878D82A}">
                    <a16:rowId xmlns:a16="http://schemas.microsoft.com/office/drawing/2014/main" val="1714791790"/>
                  </a:ext>
                </a:extLst>
              </a:tr>
              <a:tr h="370840">
                <a:tc>
                  <a:txBody>
                    <a:bodyPr/>
                    <a:lstStyle/>
                    <a:p>
                      <a:r>
                        <a:rPr lang="en-IN" dirty="0"/>
                        <a:t>It offers significant increase in speed.</a:t>
                      </a:r>
                    </a:p>
                  </a:txBody>
                  <a:tcPr/>
                </a:tc>
                <a:tc>
                  <a:txBody>
                    <a:bodyPr/>
                    <a:lstStyle/>
                    <a:p>
                      <a:r>
                        <a:rPr lang="en-IN" dirty="0"/>
                        <a:t>It has lesser speed as compare to hardware</a:t>
                      </a:r>
                    </a:p>
                  </a:txBody>
                  <a:tcPr/>
                </a:tc>
                <a:extLst>
                  <a:ext uri="{0D108BD9-81ED-4DB2-BD59-A6C34878D82A}">
                    <a16:rowId xmlns:a16="http://schemas.microsoft.com/office/drawing/2014/main" val="2000697172"/>
                  </a:ext>
                </a:extLst>
              </a:tr>
              <a:tr h="370840">
                <a:tc>
                  <a:txBody>
                    <a:bodyPr/>
                    <a:lstStyle/>
                    <a:p>
                      <a:r>
                        <a:rPr lang="en-IN" dirty="0"/>
                        <a:t>It does not allows weights of all magnitudes.</a:t>
                      </a:r>
                    </a:p>
                  </a:txBody>
                  <a:tcPr/>
                </a:tc>
                <a:tc>
                  <a:txBody>
                    <a:bodyPr/>
                    <a:lstStyle/>
                    <a:p>
                      <a:r>
                        <a:rPr lang="en-IN" dirty="0"/>
                        <a:t>It does allow weights of all magnitudes.</a:t>
                      </a:r>
                    </a:p>
                  </a:txBody>
                  <a:tcPr/>
                </a:tc>
                <a:extLst>
                  <a:ext uri="{0D108BD9-81ED-4DB2-BD59-A6C34878D82A}">
                    <a16:rowId xmlns:a16="http://schemas.microsoft.com/office/drawing/2014/main" val="379244276"/>
                  </a:ext>
                </a:extLst>
              </a:tr>
              <a:tr h="370840">
                <a:tc>
                  <a:txBody>
                    <a:bodyPr/>
                    <a:lstStyle/>
                    <a:p>
                      <a:r>
                        <a:rPr lang="en-IN" dirty="0"/>
                        <a:t>It is difficult to implement and debug network with higher connectivity.</a:t>
                      </a:r>
                    </a:p>
                  </a:txBody>
                  <a:tcPr/>
                </a:tc>
                <a:tc>
                  <a:txBody>
                    <a:bodyPr/>
                    <a:lstStyle/>
                    <a:p>
                      <a:r>
                        <a:rPr lang="en-IN" dirty="0"/>
                        <a:t>It is easy to implement and debug the network with higher connectivity.</a:t>
                      </a:r>
                    </a:p>
                  </a:txBody>
                  <a:tcPr/>
                </a:tc>
                <a:extLst>
                  <a:ext uri="{0D108BD9-81ED-4DB2-BD59-A6C34878D82A}">
                    <a16:rowId xmlns:a16="http://schemas.microsoft.com/office/drawing/2014/main" val="1368830318"/>
                  </a:ext>
                </a:extLst>
              </a:tr>
              <a:tr h="370840">
                <a:tc>
                  <a:txBody>
                    <a:bodyPr/>
                    <a:lstStyle/>
                    <a:p>
                      <a:r>
                        <a:rPr lang="en-IN" dirty="0"/>
                        <a:t>Used when network is smaller and more speed is required.</a:t>
                      </a:r>
                    </a:p>
                  </a:txBody>
                  <a:tcPr/>
                </a:tc>
                <a:tc>
                  <a:txBody>
                    <a:bodyPr/>
                    <a:lstStyle/>
                    <a:p>
                      <a:r>
                        <a:rPr lang="en-IN" dirty="0"/>
                        <a:t>Used when network is larger and  speed does not matter.</a:t>
                      </a:r>
                    </a:p>
                  </a:txBody>
                  <a:tcPr/>
                </a:tc>
                <a:extLst>
                  <a:ext uri="{0D108BD9-81ED-4DB2-BD59-A6C34878D82A}">
                    <a16:rowId xmlns:a16="http://schemas.microsoft.com/office/drawing/2014/main" val="3151733693"/>
                  </a:ext>
                </a:extLst>
              </a:tr>
              <a:tr h="370840">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795122084"/>
                  </a:ext>
                </a:extLst>
              </a:tr>
            </a:tbl>
          </a:graphicData>
        </a:graphic>
      </p:graphicFrame>
    </p:spTree>
    <p:extLst>
      <p:ext uri="{BB962C8B-B14F-4D97-AF65-F5344CB8AC3E}">
        <p14:creationId xmlns:p14="http://schemas.microsoft.com/office/powerpoint/2010/main" val="10767225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04729-4DDC-4F83-A459-A55D3261BFD0}"/>
              </a:ext>
            </a:extLst>
          </p:cNvPr>
          <p:cNvSpPr>
            <a:spLocks noGrp="1"/>
          </p:cNvSpPr>
          <p:nvPr>
            <p:ph type="title"/>
          </p:nvPr>
        </p:nvSpPr>
        <p:spPr>
          <a:xfrm>
            <a:off x="1016000" y="762000"/>
            <a:ext cx="7621839" cy="1143000"/>
          </a:xfrm>
        </p:spPr>
        <p:txBody>
          <a:bodyPr/>
          <a:lstStyle/>
          <a:p>
            <a: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Performance Evaluation of EBPA</a:t>
            </a:r>
            <a:endParaRPr lang="en-IN" dirty="0"/>
          </a:p>
        </p:txBody>
      </p:sp>
      <p:sp>
        <p:nvSpPr>
          <p:cNvPr id="3" name="Content Placeholder 2">
            <a:extLst>
              <a:ext uri="{FF2B5EF4-FFF2-40B4-BE49-F238E27FC236}">
                <a16:creationId xmlns:a16="http://schemas.microsoft.com/office/drawing/2014/main" id="{33B249C0-AB8E-4DBE-86D2-838F002DF711}"/>
              </a:ext>
            </a:extLst>
          </p:cNvPr>
          <p:cNvSpPr>
            <a:spLocks noGrp="1"/>
          </p:cNvSpPr>
          <p:nvPr>
            <p:ph idx="1"/>
          </p:nvPr>
        </p:nvSpPr>
        <p:spPr>
          <a:xfrm>
            <a:off x="1117601" y="2362200"/>
            <a:ext cx="5923279" cy="4495799"/>
          </a:xfrm>
        </p:spPr>
        <p:txBody>
          <a:bodyPr/>
          <a:lstStyle/>
          <a:p>
            <a:pPr marL="180975" indent="-180975"/>
            <a:r>
              <a:rPr lang="en-IN" sz="2000" b="1" dirty="0">
                <a:solidFill>
                  <a:srgbClr val="003366"/>
                </a:solidFill>
                <a:latin typeface="Arial"/>
              </a:rPr>
              <a:t>Generalizability</a:t>
            </a:r>
            <a:r>
              <a:rPr lang="en-IN" dirty="0"/>
              <a:t>  </a:t>
            </a:r>
          </a:p>
          <a:p>
            <a:pPr marL="0" marR="0" lvl="0" indent="0" algn="l" defTabSz="914400" rtl="0" eaLnBrk="1" fontAlgn="base" latinLnBrk="0" hangingPunct="1">
              <a:lnSpc>
                <a:spcPct val="150000"/>
              </a:lnSpc>
              <a:spcBef>
                <a:spcPct val="20000"/>
              </a:spcBef>
              <a:spcAft>
                <a:spcPct val="0"/>
              </a:spcAft>
              <a:buClr>
                <a:srgbClr val="FFCC66"/>
              </a:buClr>
              <a:buSzPct val="80000"/>
              <a:buNone/>
              <a:tabLst/>
              <a:defRPr/>
            </a:pPr>
            <a:r>
              <a:rPr lang="en-US" altLang="en-US" sz="1800" dirty="0">
                <a:solidFill>
                  <a:srgbClr val="000000"/>
                </a:solidFill>
                <a:latin typeface="Arial"/>
              </a:rPr>
              <a:t>System must perform well on test data other than training data.</a:t>
            </a:r>
          </a:p>
          <a:p>
            <a:pPr marL="0" marR="0" lvl="0" indent="0" algn="l" defTabSz="914400" rtl="0" eaLnBrk="1" fontAlgn="base" latinLnBrk="0" hangingPunct="1">
              <a:lnSpc>
                <a:spcPct val="150000"/>
              </a:lnSpc>
              <a:spcBef>
                <a:spcPct val="20000"/>
              </a:spcBef>
              <a:spcAft>
                <a:spcPct val="0"/>
              </a:spcAft>
              <a:buClr>
                <a:srgbClr val="FFCC66"/>
              </a:buClr>
              <a:buSzPct val="80000"/>
              <a:buNone/>
              <a:tabLst/>
              <a:defRPr/>
            </a:pPr>
            <a:r>
              <a:rPr lang="en-US" altLang="en-US" sz="1800" dirty="0">
                <a:solidFill>
                  <a:srgbClr val="000000"/>
                </a:solidFill>
                <a:latin typeface="Arial"/>
              </a:rPr>
              <a:t>Excessive training on training data decreases performance on test data.</a:t>
            </a:r>
          </a:p>
          <a:p>
            <a:pPr marL="0" marR="0" lvl="0" indent="0" algn="l" defTabSz="914400" rtl="0" eaLnBrk="1" fontAlgn="base" latinLnBrk="0" hangingPunct="1">
              <a:lnSpc>
                <a:spcPct val="150000"/>
              </a:lnSpc>
              <a:spcBef>
                <a:spcPct val="20000"/>
              </a:spcBef>
              <a:spcAft>
                <a:spcPct val="0"/>
              </a:spcAft>
              <a:buClr>
                <a:srgbClr val="FFCC66"/>
              </a:buClr>
              <a:buSzPct val="80000"/>
              <a:buNone/>
              <a:tabLst/>
              <a:defRPr/>
            </a:pPr>
            <a:r>
              <a:rPr lang="en-US" altLang="en-US" sz="1800" dirty="0">
                <a:solidFill>
                  <a:srgbClr val="000000"/>
                </a:solidFill>
                <a:latin typeface="Arial"/>
              </a:rPr>
              <a:t>Solution-To constantly monitor performance on test data.</a:t>
            </a:r>
          </a:p>
          <a:p>
            <a:pPr marL="0" indent="0" eaLnBrk="1" hangingPunct="1">
              <a:lnSpc>
                <a:spcPct val="150000"/>
              </a:lnSpc>
              <a:buClr>
                <a:srgbClr val="FFCC66"/>
              </a:buClr>
              <a:buSzPct val="80000"/>
              <a:buNone/>
              <a:defRPr/>
            </a:pPr>
            <a:r>
              <a:rPr lang="en-US" altLang="en-US" sz="1800" dirty="0">
                <a:solidFill>
                  <a:srgbClr val="000000"/>
                </a:solidFill>
                <a:latin typeface="Arial"/>
              </a:rPr>
              <a:t>Training continues as long as error on test data continues to decrease and is terminated if test data error increases even if training data error continues to improve.  </a:t>
            </a:r>
            <a:r>
              <a:rPr lang="en-US" altLang="en-US" sz="1800" dirty="0" err="1">
                <a:solidFill>
                  <a:srgbClr val="000000"/>
                </a:solidFill>
                <a:latin typeface="Arial"/>
              </a:rPr>
              <a:t>Eg</a:t>
            </a:r>
            <a:r>
              <a:rPr lang="en-US" altLang="en-US" sz="1800" dirty="0">
                <a:solidFill>
                  <a:srgbClr val="000000"/>
                </a:solidFill>
                <a:latin typeface="Arial"/>
              </a:rPr>
              <a:t>: VLSI chip fabrication process.</a:t>
            </a:r>
          </a:p>
          <a:p>
            <a:pPr marL="0" marR="0" lvl="0" indent="0" algn="l" defTabSz="914400" rtl="0" eaLnBrk="1" fontAlgn="base" latinLnBrk="0" hangingPunct="1">
              <a:lnSpc>
                <a:spcPct val="150000"/>
              </a:lnSpc>
              <a:spcBef>
                <a:spcPct val="20000"/>
              </a:spcBef>
              <a:spcAft>
                <a:spcPct val="0"/>
              </a:spcAft>
              <a:buClr>
                <a:srgbClr val="FFCC66"/>
              </a:buClr>
              <a:buSzPct val="80000"/>
              <a:buNone/>
              <a:tabLst/>
              <a:defRPr/>
            </a:pPr>
            <a:endParaRPr lang="en-US" altLang="en-US" sz="1800" dirty="0">
              <a:solidFill>
                <a:srgbClr val="000000"/>
              </a:solidFill>
              <a:latin typeface="Arial"/>
            </a:endParaRPr>
          </a:p>
          <a:p>
            <a:endParaRPr lang="en-IN" dirty="0"/>
          </a:p>
        </p:txBody>
      </p:sp>
      <p:sp>
        <p:nvSpPr>
          <p:cNvPr id="4" name="Slide Number Placeholder 3">
            <a:extLst>
              <a:ext uri="{FF2B5EF4-FFF2-40B4-BE49-F238E27FC236}">
                <a16:creationId xmlns:a16="http://schemas.microsoft.com/office/drawing/2014/main" id="{608D740D-840A-480F-B319-9BD69705C254}"/>
              </a:ext>
            </a:extLst>
          </p:cNvPr>
          <p:cNvSpPr>
            <a:spLocks noGrp="1"/>
          </p:cNvSpPr>
          <p:nvPr>
            <p:ph type="sldNum" sz="quarter" idx="12"/>
          </p:nvPr>
        </p:nvSpPr>
        <p:spPr/>
        <p:txBody>
          <a:bodyPr/>
          <a:lstStyle/>
          <a:p>
            <a:pPr>
              <a:defRPr/>
            </a:pPr>
            <a:fld id="{9AD681D7-8A59-4380-9311-10B86FF921AA}" type="slidenum">
              <a:rPr lang="en-US" altLang="zh-TW" smtClean="0"/>
              <a:pPr>
                <a:defRPr/>
              </a:pPr>
              <a:t>47</a:t>
            </a:fld>
            <a:endParaRPr lang="en-US" altLang="zh-TW"/>
          </a:p>
        </p:txBody>
      </p:sp>
      <p:grpSp>
        <p:nvGrpSpPr>
          <p:cNvPr id="28" name="Group 27">
            <a:extLst>
              <a:ext uri="{FF2B5EF4-FFF2-40B4-BE49-F238E27FC236}">
                <a16:creationId xmlns:a16="http://schemas.microsoft.com/office/drawing/2014/main" id="{D19269E8-6C14-4A96-920F-E0DA4B0571A1}"/>
              </a:ext>
            </a:extLst>
          </p:cNvPr>
          <p:cNvGrpSpPr/>
          <p:nvPr/>
        </p:nvGrpSpPr>
        <p:grpSpPr>
          <a:xfrm>
            <a:off x="7101342" y="2490833"/>
            <a:ext cx="4746669" cy="3751217"/>
            <a:chOff x="879935" y="1028700"/>
            <a:chExt cx="8203740" cy="5219700"/>
          </a:xfrm>
        </p:grpSpPr>
        <p:sp>
          <p:nvSpPr>
            <p:cNvPr id="29" name="Line 4">
              <a:extLst>
                <a:ext uri="{FF2B5EF4-FFF2-40B4-BE49-F238E27FC236}">
                  <a16:creationId xmlns:a16="http://schemas.microsoft.com/office/drawing/2014/main" id="{BE87B0BB-0614-402A-87B0-284493AD3D93}"/>
                </a:ext>
              </a:extLst>
            </p:cNvPr>
            <p:cNvSpPr>
              <a:spLocks noChangeShapeType="1"/>
            </p:cNvSpPr>
            <p:nvPr/>
          </p:nvSpPr>
          <p:spPr bwMode="auto">
            <a:xfrm>
              <a:off x="1235075" y="5981700"/>
              <a:ext cx="784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0" name="Line 5">
              <a:extLst>
                <a:ext uri="{FF2B5EF4-FFF2-40B4-BE49-F238E27FC236}">
                  <a16:creationId xmlns:a16="http://schemas.microsoft.com/office/drawing/2014/main" id="{EECC21E6-12C4-4564-91DB-31DA2B763C9B}"/>
                </a:ext>
              </a:extLst>
            </p:cNvPr>
            <p:cNvSpPr>
              <a:spLocks noChangeShapeType="1"/>
            </p:cNvSpPr>
            <p:nvPr/>
          </p:nvSpPr>
          <p:spPr bwMode="auto">
            <a:xfrm flipV="1">
              <a:off x="1235075" y="1028700"/>
              <a:ext cx="0" cy="4953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1" name="Freeform 6">
              <a:extLst>
                <a:ext uri="{FF2B5EF4-FFF2-40B4-BE49-F238E27FC236}">
                  <a16:creationId xmlns:a16="http://schemas.microsoft.com/office/drawing/2014/main" id="{2723CC3F-8695-4744-B65E-56EA706DCB05}"/>
                </a:ext>
              </a:extLst>
            </p:cNvPr>
            <p:cNvSpPr>
              <a:spLocks/>
            </p:cNvSpPr>
            <p:nvPr/>
          </p:nvSpPr>
          <p:spPr bwMode="auto">
            <a:xfrm>
              <a:off x="1768475" y="1409700"/>
              <a:ext cx="3124200" cy="3060700"/>
            </a:xfrm>
            <a:custGeom>
              <a:avLst/>
              <a:gdLst>
                <a:gd name="T0" fmla="*/ 0 w 1968"/>
                <a:gd name="T1" fmla="*/ 0 h 1928"/>
                <a:gd name="T2" fmla="*/ 914400 w 1968"/>
                <a:gd name="T3" fmla="*/ 3048000 h 1928"/>
                <a:gd name="T4" fmla="*/ 3124200 w 1968"/>
                <a:gd name="T5" fmla="*/ 76200 h 1928"/>
                <a:gd name="T6" fmla="*/ 0 60000 65536"/>
                <a:gd name="T7" fmla="*/ 0 60000 65536"/>
                <a:gd name="T8" fmla="*/ 0 60000 65536"/>
              </a:gdLst>
              <a:ahLst/>
              <a:cxnLst>
                <a:cxn ang="T6">
                  <a:pos x="T0" y="T1"/>
                </a:cxn>
                <a:cxn ang="T7">
                  <a:pos x="T2" y="T3"/>
                </a:cxn>
                <a:cxn ang="T8">
                  <a:pos x="T4" y="T5"/>
                </a:cxn>
              </a:cxnLst>
              <a:rect l="0" t="0" r="r" b="b"/>
              <a:pathLst>
                <a:path w="1968" h="1928">
                  <a:moveTo>
                    <a:pt x="0" y="0"/>
                  </a:moveTo>
                  <a:cubicBezTo>
                    <a:pt x="124" y="956"/>
                    <a:pt x="248" y="1912"/>
                    <a:pt x="576" y="1920"/>
                  </a:cubicBezTo>
                  <a:cubicBezTo>
                    <a:pt x="904" y="1928"/>
                    <a:pt x="1436" y="988"/>
                    <a:pt x="1968" y="48"/>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2" name="Text Box 10">
              <a:extLst>
                <a:ext uri="{FF2B5EF4-FFF2-40B4-BE49-F238E27FC236}">
                  <a16:creationId xmlns:a16="http://schemas.microsoft.com/office/drawing/2014/main" id="{652A6603-EEF1-477C-84BE-90373565A1D8}"/>
                </a:ext>
              </a:extLst>
            </p:cNvPr>
            <p:cNvSpPr txBox="1">
              <a:spLocks noChangeArrowheads="1"/>
            </p:cNvSpPr>
            <p:nvPr/>
          </p:nvSpPr>
          <p:spPr bwMode="auto">
            <a:xfrm>
              <a:off x="4953001" y="2133600"/>
              <a:ext cx="3156702" cy="55674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2000" b="1" dirty="0">
                  <a:latin typeface="News Gothic MT" panose="020B0504020203020204" pitchFamily="34" charset="0"/>
                </a:rPr>
                <a:t>Test samples</a:t>
              </a:r>
            </a:p>
          </p:txBody>
        </p:sp>
        <p:sp>
          <p:nvSpPr>
            <p:cNvPr id="33" name="Line 11">
              <a:extLst>
                <a:ext uri="{FF2B5EF4-FFF2-40B4-BE49-F238E27FC236}">
                  <a16:creationId xmlns:a16="http://schemas.microsoft.com/office/drawing/2014/main" id="{460C108D-9AAE-4DF7-A0FA-D9F14FE899CC}"/>
                </a:ext>
              </a:extLst>
            </p:cNvPr>
            <p:cNvSpPr>
              <a:spLocks noChangeShapeType="1"/>
            </p:cNvSpPr>
            <p:nvPr/>
          </p:nvSpPr>
          <p:spPr bwMode="auto">
            <a:xfrm flipH="1">
              <a:off x="4435475" y="2324100"/>
              <a:ext cx="533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4" name="Freeform 12">
              <a:extLst>
                <a:ext uri="{FF2B5EF4-FFF2-40B4-BE49-F238E27FC236}">
                  <a16:creationId xmlns:a16="http://schemas.microsoft.com/office/drawing/2014/main" id="{98FFDACF-DB63-462D-91B5-18D52424BC88}"/>
                </a:ext>
              </a:extLst>
            </p:cNvPr>
            <p:cNvSpPr>
              <a:spLocks/>
            </p:cNvSpPr>
            <p:nvPr/>
          </p:nvSpPr>
          <p:spPr bwMode="auto">
            <a:xfrm>
              <a:off x="1692275" y="1409700"/>
              <a:ext cx="3657600" cy="4267200"/>
            </a:xfrm>
            <a:custGeom>
              <a:avLst/>
              <a:gdLst>
                <a:gd name="T0" fmla="*/ 0 w 2304"/>
                <a:gd name="T1" fmla="*/ 0 h 2688"/>
                <a:gd name="T2" fmla="*/ 762000 w 2304"/>
                <a:gd name="T3" fmla="*/ 3352800 h 2688"/>
                <a:gd name="T4" fmla="*/ 3657600 w 2304"/>
                <a:gd name="T5" fmla="*/ 4267200 h 2688"/>
                <a:gd name="T6" fmla="*/ 0 60000 65536"/>
                <a:gd name="T7" fmla="*/ 0 60000 65536"/>
                <a:gd name="T8" fmla="*/ 0 60000 65536"/>
              </a:gdLst>
              <a:ahLst/>
              <a:cxnLst>
                <a:cxn ang="T6">
                  <a:pos x="T0" y="T1"/>
                </a:cxn>
                <a:cxn ang="T7">
                  <a:pos x="T2" y="T3"/>
                </a:cxn>
                <a:cxn ang="T8">
                  <a:pos x="T4" y="T5"/>
                </a:cxn>
              </a:cxnLst>
              <a:rect l="0" t="0" r="r" b="b"/>
              <a:pathLst>
                <a:path w="2304" h="2688">
                  <a:moveTo>
                    <a:pt x="0" y="0"/>
                  </a:moveTo>
                  <a:cubicBezTo>
                    <a:pt x="48" y="832"/>
                    <a:pt x="96" y="1664"/>
                    <a:pt x="480" y="2112"/>
                  </a:cubicBezTo>
                  <a:cubicBezTo>
                    <a:pt x="864" y="2560"/>
                    <a:pt x="2000" y="2592"/>
                    <a:pt x="2304" y="2688"/>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5" name="Text Box 13">
              <a:extLst>
                <a:ext uri="{FF2B5EF4-FFF2-40B4-BE49-F238E27FC236}">
                  <a16:creationId xmlns:a16="http://schemas.microsoft.com/office/drawing/2014/main" id="{81B41D43-EA56-490F-BE96-C52D0713DAF3}"/>
                </a:ext>
              </a:extLst>
            </p:cNvPr>
            <p:cNvSpPr txBox="1">
              <a:spLocks noChangeArrowheads="1"/>
            </p:cNvSpPr>
            <p:nvPr/>
          </p:nvSpPr>
          <p:spPr bwMode="auto">
            <a:xfrm>
              <a:off x="4114801" y="4191000"/>
              <a:ext cx="4005247" cy="55674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2000" b="1" dirty="0">
                  <a:latin typeface="News Gothic MT" panose="020B0504020203020204" pitchFamily="34" charset="0"/>
                </a:rPr>
                <a:t>Training samples</a:t>
              </a:r>
            </a:p>
          </p:txBody>
        </p:sp>
        <p:sp>
          <p:nvSpPr>
            <p:cNvPr id="36" name="Line 14">
              <a:extLst>
                <a:ext uri="{FF2B5EF4-FFF2-40B4-BE49-F238E27FC236}">
                  <a16:creationId xmlns:a16="http://schemas.microsoft.com/office/drawing/2014/main" id="{F909E423-1A56-4489-96E2-8B562E092546}"/>
                </a:ext>
              </a:extLst>
            </p:cNvPr>
            <p:cNvSpPr>
              <a:spLocks noChangeShapeType="1"/>
            </p:cNvSpPr>
            <p:nvPr/>
          </p:nvSpPr>
          <p:spPr bwMode="auto">
            <a:xfrm>
              <a:off x="4511675" y="4686300"/>
              <a:ext cx="0" cy="838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7" name="Line 17">
              <a:extLst>
                <a:ext uri="{FF2B5EF4-FFF2-40B4-BE49-F238E27FC236}">
                  <a16:creationId xmlns:a16="http://schemas.microsoft.com/office/drawing/2014/main" id="{49ED0982-7C6D-4108-AC5F-26108521CAA5}"/>
                </a:ext>
              </a:extLst>
            </p:cNvPr>
            <p:cNvSpPr>
              <a:spLocks noChangeShapeType="1"/>
            </p:cNvSpPr>
            <p:nvPr/>
          </p:nvSpPr>
          <p:spPr bwMode="auto">
            <a:xfrm flipV="1">
              <a:off x="879935" y="1600200"/>
              <a:ext cx="0" cy="144780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8" name="Line 19">
              <a:extLst>
                <a:ext uri="{FF2B5EF4-FFF2-40B4-BE49-F238E27FC236}">
                  <a16:creationId xmlns:a16="http://schemas.microsoft.com/office/drawing/2014/main" id="{71EABF68-53FB-46AF-84BE-3B2297CF2539}"/>
                </a:ext>
              </a:extLst>
            </p:cNvPr>
            <p:cNvSpPr>
              <a:spLocks noChangeShapeType="1"/>
            </p:cNvSpPr>
            <p:nvPr/>
          </p:nvSpPr>
          <p:spPr bwMode="auto">
            <a:xfrm>
              <a:off x="5943600" y="6248400"/>
              <a:ext cx="1371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9" name="Line 20">
              <a:extLst>
                <a:ext uri="{FF2B5EF4-FFF2-40B4-BE49-F238E27FC236}">
                  <a16:creationId xmlns:a16="http://schemas.microsoft.com/office/drawing/2014/main" id="{DEAC9A46-98C3-479D-A331-C29DAC746249}"/>
                </a:ext>
              </a:extLst>
            </p:cNvPr>
            <p:cNvSpPr>
              <a:spLocks noChangeShapeType="1"/>
            </p:cNvSpPr>
            <p:nvPr/>
          </p:nvSpPr>
          <p:spPr bwMode="auto">
            <a:xfrm>
              <a:off x="2667000" y="4495800"/>
              <a:ext cx="0" cy="14478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sp>
        <p:nvSpPr>
          <p:cNvPr id="40" name="TextBox 39">
            <a:extLst>
              <a:ext uri="{FF2B5EF4-FFF2-40B4-BE49-F238E27FC236}">
                <a16:creationId xmlns:a16="http://schemas.microsoft.com/office/drawing/2014/main" id="{2817E8F3-8864-4EEC-81FD-8722795C7A95}"/>
              </a:ext>
            </a:extLst>
          </p:cNvPr>
          <p:cNvSpPr txBox="1"/>
          <p:nvPr/>
        </p:nvSpPr>
        <p:spPr>
          <a:xfrm>
            <a:off x="8637839" y="6107426"/>
            <a:ext cx="1483098" cy="338554"/>
          </a:xfrm>
          <a:prstGeom prst="rect">
            <a:avLst/>
          </a:prstGeom>
          <a:noFill/>
        </p:spPr>
        <p:txBody>
          <a:bodyPr wrap="none" rtlCol="0">
            <a:spAutoFit/>
          </a:bodyPr>
          <a:lstStyle/>
          <a:p>
            <a:r>
              <a:rPr lang="en-IN" sz="1600" b="1" dirty="0">
                <a:solidFill>
                  <a:srgbClr val="000000"/>
                </a:solidFill>
              </a:rPr>
              <a:t>No of epochs</a:t>
            </a:r>
          </a:p>
        </p:txBody>
      </p:sp>
      <p:sp>
        <p:nvSpPr>
          <p:cNvPr id="41" name="TextBox 40">
            <a:extLst>
              <a:ext uri="{FF2B5EF4-FFF2-40B4-BE49-F238E27FC236}">
                <a16:creationId xmlns:a16="http://schemas.microsoft.com/office/drawing/2014/main" id="{D2AA0404-CD7D-44E2-8B19-B117A1DB8918}"/>
              </a:ext>
            </a:extLst>
          </p:cNvPr>
          <p:cNvSpPr txBox="1"/>
          <p:nvPr/>
        </p:nvSpPr>
        <p:spPr>
          <a:xfrm rot="16200000">
            <a:off x="6699915" y="4208339"/>
            <a:ext cx="771703" cy="338554"/>
          </a:xfrm>
          <a:prstGeom prst="rect">
            <a:avLst/>
          </a:prstGeom>
          <a:noFill/>
        </p:spPr>
        <p:txBody>
          <a:bodyPr wrap="square" rtlCol="0">
            <a:spAutoFit/>
          </a:bodyPr>
          <a:lstStyle/>
          <a:p>
            <a:r>
              <a:rPr lang="en-IN" sz="1600" b="1" dirty="0">
                <a:solidFill>
                  <a:srgbClr val="000000"/>
                </a:solidFill>
              </a:rPr>
              <a:t>Error</a:t>
            </a:r>
          </a:p>
        </p:txBody>
      </p:sp>
    </p:spTree>
    <p:extLst>
      <p:ext uri="{BB962C8B-B14F-4D97-AF65-F5344CB8AC3E}">
        <p14:creationId xmlns:p14="http://schemas.microsoft.com/office/powerpoint/2010/main" val="25149226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640B0-606D-44FE-8DAD-8A01A2E78685}"/>
              </a:ext>
            </a:extLst>
          </p:cNvPr>
          <p:cNvSpPr>
            <a:spLocks noGrp="1"/>
          </p:cNvSpPr>
          <p:nvPr>
            <p:ph type="title"/>
          </p:nvPr>
        </p:nvSpPr>
        <p:spPr>
          <a:xfrm>
            <a:off x="990600" y="657225"/>
            <a:ext cx="7239000" cy="1143000"/>
          </a:xfrm>
        </p:spPr>
        <p:txBody>
          <a:bodyPr/>
          <a:lstStyle/>
          <a:p>
            <a:r>
              <a:rPr lang="en-IN" dirty="0"/>
              <a:t>Local Minima Problem of EBPA</a:t>
            </a:r>
          </a:p>
        </p:txBody>
      </p:sp>
      <p:sp>
        <p:nvSpPr>
          <p:cNvPr id="4" name="Slide Number Placeholder 3">
            <a:extLst>
              <a:ext uri="{FF2B5EF4-FFF2-40B4-BE49-F238E27FC236}">
                <a16:creationId xmlns:a16="http://schemas.microsoft.com/office/drawing/2014/main" id="{8FF9EBD3-948A-4F5F-8E5E-7E9A0D89C5C5}"/>
              </a:ext>
            </a:extLst>
          </p:cNvPr>
          <p:cNvSpPr>
            <a:spLocks noGrp="1"/>
          </p:cNvSpPr>
          <p:nvPr>
            <p:ph type="sldNum" sz="quarter" idx="12"/>
          </p:nvPr>
        </p:nvSpPr>
        <p:spPr/>
        <p:txBody>
          <a:bodyPr/>
          <a:lstStyle/>
          <a:p>
            <a:pPr>
              <a:defRPr/>
            </a:pPr>
            <a:fld id="{9AD681D7-8A59-4380-9311-10B86FF921AA}" type="slidenum">
              <a:rPr lang="en-US" altLang="zh-TW" smtClean="0"/>
              <a:pPr>
                <a:defRPr/>
              </a:pPr>
              <a:t>48</a:t>
            </a:fld>
            <a:endParaRPr lang="en-US" altLang="zh-TW"/>
          </a:p>
        </p:txBody>
      </p:sp>
      <p:grpSp>
        <p:nvGrpSpPr>
          <p:cNvPr id="29" name="Group 28">
            <a:extLst>
              <a:ext uri="{FF2B5EF4-FFF2-40B4-BE49-F238E27FC236}">
                <a16:creationId xmlns:a16="http://schemas.microsoft.com/office/drawing/2014/main" id="{6DB5CF93-98FA-4809-A77D-512C9619A0D2}"/>
              </a:ext>
            </a:extLst>
          </p:cNvPr>
          <p:cNvGrpSpPr/>
          <p:nvPr/>
        </p:nvGrpSpPr>
        <p:grpSpPr>
          <a:xfrm>
            <a:off x="1222717" y="2550223"/>
            <a:ext cx="5392898" cy="3978456"/>
            <a:chOff x="533400" y="838200"/>
            <a:chExt cx="5760360" cy="5334000"/>
          </a:xfrm>
        </p:grpSpPr>
        <p:sp>
          <p:nvSpPr>
            <p:cNvPr id="30" name="Line 4">
              <a:extLst>
                <a:ext uri="{FF2B5EF4-FFF2-40B4-BE49-F238E27FC236}">
                  <a16:creationId xmlns:a16="http://schemas.microsoft.com/office/drawing/2014/main" id="{A0DE1D4F-5136-4DD3-83CB-B1FA22DBDBC1}"/>
                </a:ext>
              </a:extLst>
            </p:cNvPr>
            <p:cNvSpPr>
              <a:spLocks noChangeShapeType="1"/>
            </p:cNvSpPr>
            <p:nvPr/>
          </p:nvSpPr>
          <p:spPr bwMode="auto">
            <a:xfrm>
              <a:off x="990602" y="5867400"/>
              <a:ext cx="530315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1" name="Line 5">
              <a:extLst>
                <a:ext uri="{FF2B5EF4-FFF2-40B4-BE49-F238E27FC236}">
                  <a16:creationId xmlns:a16="http://schemas.microsoft.com/office/drawing/2014/main" id="{86F3C047-ABC2-4EC8-949D-9EE0526B8FD9}"/>
                </a:ext>
              </a:extLst>
            </p:cNvPr>
            <p:cNvSpPr>
              <a:spLocks noChangeShapeType="1"/>
            </p:cNvSpPr>
            <p:nvPr/>
          </p:nvSpPr>
          <p:spPr bwMode="auto">
            <a:xfrm flipV="1">
              <a:off x="990600" y="838200"/>
              <a:ext cx="0" cy="5029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2" name="Freeform 6">
              <a:extLst>
                <a:ext uri="{FF2B5EF4-FFF2-40B4-BE49-F238E27FC236}">
                  <a16:creationId xmlns:a16="http://schemas.microsoft.com/office/drawing/2014/main" id="{FA6D7FA4-94D9-4BC0-A926-38BD1B493540}"/>
                </a:ext>
              </a:extLst>
            </p:cNvPr>
            <p:cNvSpPr>
              <a:spLocks/>
            </p:cNvSpPr>
            <p:nvPr/>
          </p:nvSpPr>
          <p:spPr bwMode="auto">
            <a:xfrm>
              <a:off x="1447800" y="1447800"/>
              <a:ext cx="2362200" cy="3517900"/>
            </a:xfrm>
            <a:custGeom>
              <a:avLst/>
              <a:gdLst>
                <a:gd name="T0" fmla="*/ 0 w 1488"/>
                <a:gd name="T1" fmla="*/ 0 h 2216"/>
                <a:gd name="T2" fmla="*/ 152400 w 1488"/>
                <a:gd name="T3" fmla="*/ 1066800 h 2216"/>
                <a:gd name="T4" fmla="*/ 533400 w 1488"/>
                <a:gd name="T5" fmla="*/ 609600 h 2216"/>
                <a:gd name="T6" fmla="*/ 1143000 w 1488"/>
                <a:gd name="T7" fmla="*/ 3429000 h 2216"/>
                <a:gd name="T8" fmla="*/ 2362200 w 1488"/>
                <a:gd name="T9" fmla="*/ 76200 h 22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88" h="2216">
                  <a:moveTo>
                    <a:pt x="0" y="0"/>
                  </a:moveTo>
                  <a:cubicBezTo>
                    <a:pt x="20" y="304"/>
                    <a:pt x="40" y="608"/>
                    <a:pt x="96" y="672"/>
                  </a:cubicBezTo>
                  <a:cubicBezTo>
                    <a:pt x="152" y="736"/>
                    <a:pt x="232" y="136"/>
                    <a:pt x="336" y="384"/>
                  </a:cubicBezTo>
                  <a:cubicBezTo>
                    <a:pt x="440" y="632"/>
                    <a:pt x="528" y="2216"/>
                    <a:pt x="720" y="2160"/>
                  </a:cubicBezTo>
                  <a:cubicBezTo>
                    <a:pt x="912" y="2104"/>
                    <a:pt x="1200" y="1076"/>
                    <a:pt x="1488" y="48"/>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3" name="Line 8">
              <a:extLst>
                <a:ext uri="{FF2B5EF4-FFF2-40B4-BE49-F238E27FC236}">
                  <a16:creationId xmlns:a16="http://schemas.microsoft.com/office/drawing/2014/main" id="{BDB38A8A-D54D-40E3-94B0-81FEE6D42405}"/>
                </a:ext>
              </a:extLst>
            </p:cNvPr>
            <p:cNvSpPr>
              <a:spLocks noChangeShapeType="1"/>
            </p:cNvSpPr>
            <p:nvPr/>
          </p:nvSpPr>
          <p:spPr bwMode="auto">
            <a:xfrm>
              <a:off x="2590800" y="4876800"/>
              <a:ext cx="0" cy="9906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4" name="Text Box 9">
              <a:extLst>
                <a:ext uri="{FF2B5EF4-FFF2-40B4-BE49-F238E27FC236}">
                  <a16:creationId xmlns:a16="http://schemas.microsoft.com/office/drawing/2014/main" id="{472BB6BC-121F-41CD-9513-03C6656C4DC7}"/>
                </a:ext>
              </a:extLst>
            </p:cNvPr>
            <p:cNvSpPr txBox="1">
              <a:spLocks noChangeArrowheads="1"/>
            </p:cNvSpPr>
            <p:nvPr/>
          </p:nvSpPr>
          <p:spPr bwMode="auto">
            <a:xfrm>
              <a:off x="2879725" y="5067300"/>
              <a:ext cx="2407736" cy="53643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2000" b="1" dirty="0">
                  <a:latin typeface="News Gothic MT" panose="020B0504020203020204" pitchFamily="34" charset="0"/>
                </a:rPr>
                <a:t>Global minimum</a:t>
              </a:r>
            </a:p>
          </p:txBody>
        </p:sp>
        <p:sp>
          <p:nvSpPr>
            <p:cNvPr id="35" name="Line 10">
              <a:extLst>
                <a:ext uri="{FF2B5EF4-FFF2-40B4-BE49-F238E27FC236}">
                  <a16:creationId xmlns:a16="http://schemas.microsoft.com/office/drawing/2014/main" id="{5F9F1FBB-44BE-4D30-9021-F9FF650C4DD8}"/>
                </a:ext>
              </a:extLst>
            </p:cNvPr>
            <p:cNvSpPr>
              <a:spLocks noChangeShapeType="1"/>
            </p:cNvSpPr>
            <p:nvPr/>
          </p:nvSpPr>
          <p:spPr bwMode="auto">
            <a:xfrm flipH="1">
              <a:off x="2590800" y="5257800"/>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6" name="Line 11">
              <a:extLst>
                <a:ext uri="{FF2B5EF4-FFF2-40B4-BE49-F238E27FC236}">
                  <a16:creationId xmlns:a16="http://schemas.microsoft.com/office/drawing/2014/main" id="{0468EF8B-2298-4681-A2EB-621F570DCDC6}"/>
                </a:ext>
              </a:extLst>
            </p:cNvPr>
            <p:cNvSpPr>
              <a:spLocks noChangeShapeType="1"/>
            </p:cNvSpPr>
            <p:nvPr/>
          </p:nvSpPr>
          <p:spPr bwMode="auto">
            <a:xfrm>
              <a:off x="1600200" y="2514600"/>
              <a:ext cx="0" cy="33528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7" name="Text Box 12">
              <a:extLst>
                <a:ext uri="{FF2B5EF4-FFF2-40B4-BE49-F238E27FC236}">
                  <a16:creationId xmlns:a16="http://schemas.microsoft.com/office/drawing/2014/main" id="{CD411D71-F5B9-4152-AC77-A4931582EFCE}"/>
                </a:ext>
              </a:extLst>
            </p:cNvPr>
            <p:cNvSpPr txBox="1">
              <a:spLocks noChangeArrowheads="1"/>
            </p:cNvSpPr>
            <p:nvPr/>
          </p:nvSpPr>
          <p:spPr bwMode="auto">
            <a:xfrm>
              <a:off x="3565525" y="3314700"/>
              <a:ext cx="2246787" cy="536436"/>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b="1" dirty="0">
                  <a:latin typeface="News Gothic MT" panose="020B0504020203020204" pitchFamily="34" charset="0"/>
                </a:rPr>
                <a:t>Local minimum</a:t>
              </a:r>
            </a:p>
          </p:txBody>
        </p:sp>
        <p:sp>
          <p:nvSpPr>
            <p:cNvPr id="38" name="Line 13">
              <a:extLst>
                <a:ext uri="{FF2B5EF4-FFF2-40B4-BE49-F238E27FC236}">
                  <a16:creationId xmlns:a16="http://schemas.microsoft.com/office/drawing/2014/main" id="{763BBD13-2378-4012-A877-7C90B7AAD9C2}"/>
                </a:ext>
              </a:extLst>
            </p:cNvPr>
            <p:cNvSpPr>
              <a:spLocks noChangeShapeType="1"/>
            </p:cNvSpPr>
            <p:nvPr/>
          </p:nvSpPr>
          <p:spPr bwMode="auto">
            <a:xfrm flipH="1">
              <a:off x="1600200" y="3581400"/>
              <a:ext cx="1981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9" name="Line 15">
              <a:extLst>
                <a:ext uri="{FF2B5EF4-FFF2-40B4-BE49-F238E27FC236}">
                  <a16:creationId xmlns:a16="http://schemas.microsoft.com/office/drawing/2014/main" id="{A4E2854E-A2F2-4490-914D-5B89E57CA68B}"/>
                </a:ext>
              </a:extLst>
            </p:cNvPr>
            <p:cNvSpPr>
              <a:spLocks noChangeShapeType="1"/>
            </p:cNvSpPr>
            <p:nvPr/>
          </p:nvSpPr>
          <p:spPr bwMode="auto">
            <a:xfrm flipV="1">
              <a:off x="533400" y="1905000"/>
              <a:ext cx="0" cy="1371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40" name="Line 17">
              <a:extLst>
                <a:ext uri="{FF2B5EF4-FFF2-40B4-BE49-F238E27FC236}">
                  <a16:creationId xmlns:a16="http://schemas.microsoft.com/office/drawing/2014/main" id="{6E16DD33-E1CD-42D4-92E6-3F3372D6C4A1}"/>
                </a:ext>
              </a:extLst>
            </p:cNvPr>
            <p:cNvSpPr>
              <a:spLocks noChangeShapeType="1"/>
            </p:cNvSpPr>
            <p:nvPr/>
          </p:nvSpPr>
          <p:spPr bwMode="auto">
            <a:xfrm>
              <a:off x="4800600" y="6172200"/>
              <a:ext cx="1066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sp>
        <p:nvSpPr>
          <p:cNvPr id="41" name="TextBox 40">
            <a:extLst>
              <a:ext uri="{FF2B5EF4-FFF2-40B4-BE49-F238E27FC236}">
                <a16:creationId xmlns:a16="http://schemas.microsoft.com/office/drawing/2014/main" id="{9AB9A753-56ED-4A79-B112-4275070A3110}"/>
              </a:ext>
            </a:extLst>
          </p:cNvPr>
          <p:cNvSpPr txBox="1"/>
          <p:nvPr/>
        </p:nvSpPr>
        <p:spPr>
          <a:xfrm>
            <a:off x="3539190" y="6344013"/>
            <a:ext cx="1672253" cy="369332"/>
          </a:xfrm>
          <a:prstGeom prst="rect">
            <a:avLst/>
          </a:prstGeom>
          <a:noFill/>
        </p:spPr>
        <p:txBody>
          <a:bodyPr wrap="none" rtlCol="0">
            <a:spAutoFit/>
          </a:bodyPr>
          <a:lstStyle/>
          <a:p>
            <a:r>
              <a:rPr lang="en-IN" b="1" dirty="0"/>
              <a:t>No of Epochs</a:t>
            </a:r>
          </a:p>
        </p:txBody>
      </p:sp>
      <p:sp>
        <p:nvSpPr>
          <p:cNvPr id="42" name="TextBox 41">
            <a:extLst>
              <a:ext uri="{FF2B5EF4-FFF2-40B4-BE49-F238E27FC236}">
                <a16:creationId xmlns:a16="http://schemas.microsoft.com/office/drawing/2014/main" id="{DAF80A92-DC1B-497D-8A37-C668BE844DC8}"/>
              </a:ext>
            </a:extLst>
          </p:cNvPr>
          <p:cNvSpPr txBox="1"/>
          <p:nvPr/>
        </p:nvSpPr>
        <p:spPr>
          <a:xfrm rot="16200000">
            <a:off x="848256" y="4703324"/>
            <a:ext cx="748923" cy="369332"/>
          </a:xfrm>
          <a:prstGeom prst="rect">
            <a:avLst/>
          </a:prstGeom>
          <a:noFill/>
        </p:spPr>
        <p:txBody>
          <a:bodyPr wrap="none" rtlCol="0">
            <a:spAutoFit/>
          </a:bodyPr>
          <a:lstStyle/>
          <a:p>
            <a:r>
              <a:rPr lang="en-IN" b="1" dirty="0"/>
              <a:t>Error</a:t>
            </a:r>
          </a:p>
        </p:txBody>
      </p:sp>
      <p:sp>
        <p:nvSpPr>
          <p:cNvPr id="43" name="TextBox 42">
            <a:extLst>
              <a:ext uri="{FF2B5EF4-FFF2-40B4-BE49-F238E27FC236}">
                <a16:creationId xmlns:a16="http://schemas.microsoft.com/office/drawing/2014/main" id="{861557CC-9C4B-4326-8B67-5362245335D9}"/>
              </a:ext>
            </a:extLst>
          </p:cNvPr>
          <p:cNvSpPr txBox="1"/>
          <p:nvPr/>
        </p:nvSpPr>
        <p:spPr>
          <a:xfrm>
            <a:off x="6700634" y="2286386"/>
            <a:ext cx="5439908" cy="4478662"/>
          </a:xfrm>
          <a:prstGeom prst="rect">
            <a:avLst/>
          </a:prstGeom>
          <a:noFill/>
          <a:ln>
            <a:solidFill>
              <a:srgbClr val="000000"/>
            </a:solidFill>
          </a:ln>
        </p:spPr>
        <p:txBody>
          <a:bodyPr wrap="square" rtlCol="0">
            <a:spAutoFit/>
          </a:bodyPr>
          <a:lstStyle/>
          <a:p>
            <a:pPr marL="285750" indent="-285750">
              <a:lnSpc>
                <a:spcPct val="150000"/>
              </a:lnSpc>
              <a:buFont typeface="Arial" panose="020B0604020202020204" pitchFamily="34" charset="0"/>
              <a:buChar char="•"/>
            </a:pPr>
            <a:r>
              <a:rPr lang="en-IN" sz="1600" dirty="0"/>
              <a:t>Ideal error curve is parabolic in nature but</a:t>
            </a:r>
            <a:r>
              <a:rPr kumimoji="0" lang="en-IN" sz="1600" b="0" i="0" u="none" strike="noStrike" kern="1200" cap="none" spc="0" normalizeH="0" baseline="0" noProof="0" dirty="0">
                <a:ln>
                  <a:noFill/>
                </a:ln>
                <a:solidFill>
                  <a:srgbClr val="003366"/>
                </a:solidFill>
                <a:effectLst/>
                <a:uLnTx/>
                <a:uFillTx/>
                <a:latin typeface="Arial"/>
                <a:ea typeface="新細明體"/>
                <a:cs typeface="+mn-cs"/>
              </a:rPr>
              <a:t> practical </a:t>
            </a:r>
            <a:r>
              <a:rPr lang="en-IN" sz="1600" dirty="0">
                <a:solidFill>
                  <a:srgbClr val="003366"/>
                </a:solidFill>
                <a:latin typeface="Arial"/>
                <a:ea typeface="新細明體"/>
              </a:rPr>
              <a:t>error  curve has number of local minima’s.</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3366"/>
                </a:solidFill>
                <a:effectLst/>
                <a:uLnTx/>
                <a:uFillTx/>
                <a:latin typeface="Arial"/>
                <a:ea typeface="新細明體"/>
                <a:cs typeface="+mn-cs"/>
              </a:rPr>
              <a:t>Aim of training the network is to reach to global minimum without getting stuck in the local minimum.</a:t>
            </a:r>
          </a:p>
          <a:p>
            <a:pPr marL="285750" indent="-285750">
              <a:lnSpc>
                <a:spcPct val="150000"/>
              </a:lnSpc>
              <a:buFont typeface="Arial" panose="020B0604020202020204" pitchFamily="34" charset="0"/>
              <a:buChar char="•"/>
            </a:pPr>
            <a:r>
              <a:rPr lang="en-IN" sz="1600" dirty="0">
                <a:solidFill>
                  <a:srgbClr val="003366"/>
                </a:solidFill>
                <a:latin typeface="Arial"/>
                <a:ea typeface="新細明體"/>
              </a:rPr>
              <a:t>During training network gets </a:t>
            </a:r>
            <a:r>
              <a:rPr lang="en-IN" sz="1600" dirty="0" err="1">
                <a:solidFill>
                  <a:srgbClr val="003366"/>
                </a:solidFill>
                <a:latin typeface="Arial"/>
                <a:ea typeface="新細明體"/>
              </a:rPr>
              <a:t>stucked</a:t>
            </a:r>
            <a:r>
              <a:rPr lang="en-IN" sz="1600" dirty="0">
                <a:solidFill>
                  <a:srgbClr val="003366"/>
                </a:solidFill>
                <a:latin typeface="Arial"/>
                <a:ea typeface="新細明體"/>
              </a:rPr>
              <a:t> at local minimum as gradient is  zero at the point and it is assumed that training in complete which is false. </a:t>
            </a:r>
          </a:p>
          <a:p>
            <a:pPr marL="285750" indent="-285750">
              <a:lnSpc>
                <a:spcPct val="150000"/>
              </a:lnSpc>
              <a:buFont typeface="Arial" panose="020B0604020202020204" pitchFamily="34" charset="0"/>
              <a:buChar char="•"/>
            </a:pPr>
            <a:r>
              <a:rPr lang="en-IN" sz="1600" dirty="0">
                <a:solidFill>
                  <a:srgbClr val="003366"/>
                </a:solidFill>
                <a:latin typeface="Arial"/>
                <a:ea typeface="新細明體"/>
              </a:rPr>
              <a:t>To avoid the network getting </a:t>
            </a:r>
            <a:r>
              <a:rPr lang="en-IN" sz="1600" dirty="0" err="1">
                <a:solidFill>
                  <a:srgbClr val="003366"/>
                </a:solidFill>
                <a:latin typeface="Arial"/>
                <a:ea typeface="新細明體"/>
              </a:rPr>
              <a:t>stucked</a:t>
            </a:r>
            <a:r>
              <a:rPr lang="en-IN" sz="1600" dirty="0">
                <a:solidFill>
                  <a:srgbClr val="003366"/>
                </a:solidFill>
                <a:latin typeface="Arial"/>
                <a:ea typeface="新細明體"/>
              </a:rPr>
              <a:t> in local minimum it is required to average out the practical error curve.</a:t>
            </a:r>
          </a:p>
          <a:p>
            <a:pPr marL="285750" indent="-285750">
              <a:lnSpc>
                <a:spcPct val="150000"/>
              </a:lnSpc>
              <a:buFont typeface="Arial" panose="020B0604020202020204" pitchFamily="34" charset="0"/>
              <a:buChar char="•"/>
            </a:pPr>
            <a:r>
              <a:rPr lang="en-IN" sz="1600" dirty="0">
                <a:solidFill>
                  <a:srgbClr val="003366"/>
                </a:solidFill>
                <a:latin typeface="Arial"/>
                <a:ea typeface="新細明體"/>
              </a:rPr>
              <a:t>Mathematically averaging is expensive task.</a:t>
            </a:r>
          </a:p>
          <a:p>
            <a:pPr marL="285750" indent="-285750">
              <a:lnSpc>
                <a:spcPct val="150000"/>
              </a:lnSpc>
              <a:buFont typeface="Arial" panose="020B0604020202020204" pitchFamily="34" charset="0"/>
              <a:buChar char="•"/>
            </a:pPr>
            <a:r>
              <a:rPr lang="en-IN" sz="1600" dirty="0">
                <a:solidFill>
                  <a:srgbClr val="003366"/>
                </a:solidFill>
                <a:latin typeface="Arial"/>
                <a:ea typeface="新細明體"/>
              </a:rPr>
              <a:t>Therefore momentum term is included in the weight update formula to give same effect as averaging.</a:t>
            </a:r>
            <a:r>
              <a:rPr lang="en-IN" sz="1600" dirty="0"/>
              <a:t>  </a:t>
            </a:r>
          </a:p>
        </p:txBody>
      </p:sp>
    </p:spTree>
    <p:extLst>
      <p:ext uri="{BB962C8B-B14F-4D97-AF65-F5344CB8AC3E}">
        <p14:creationId xmlns:p14="http://schemas.microsoft.com/office/powerpoint/2010/main" val="22651536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E52F9-246A-4C33-BC2D-F1D621EC3FF3}"/>
              </a:ext>
            </a:extLst>
          </p:cNvPr>
          <p:cNvSpPr>
            <a:spLocks noGrp="1"/>
          </p:cNvSpPr>
          <p:nvPr>
            <p:ph type="title"/>
          </p:nvPr>
        </p:nvSpPr>
        <p:spPr/>
        <p:txBody>
          <a:bodyPr/>
          <a:lstStyle/>
          <a:p>
            <a:r>
              <a:rPr kumimoji="1" lang="en-IN" sz="3600" b="1" i="0" u="none" strike="noStrike" kern="1200" cap="none" spc="0" normalizeH="0" baseline="0" noProof="0" dirty="0">
                <a:ln>
                  <a:noFill/>
                </a:ln>
                <a:solidFill>
                  <a:srgbClr val="006666"/>
                </a:solidFill>
                <a:effectLst/>
                <a:uLnTx/>
                <a:uFillTx/>
                <a:latin typeface="Arial"/>
                <a:ea typeface="PMingLiU" panose="02020500000000000000" pitchFamily="18" charset="-120"/>
                <a:cs typeface="+mj-cs"/>
              </a:rPr>
              <a:t>Local Minima Problem of EBPA</a:t>
            </a:r>
            <a:endParaRPr lang="en-IN" dirty="0"/>
          </a:p>
        </p:txBody>
      </p:sp>
      <p:sp>
        <p:nvSpPr>
          <p:cNvPr id="3" name="Content Placeholder 2">
            <a:extLst>
              <a:ext uri="{FF2B5EF4-FFF2-40B4-BE49-F238E27FC236}">
                <a16:creationId xmlns:a16="http://schemas.microsoft.com/office/drawing/2014/main" id="{640221A4-DD8F-49E9-8A5B-1E00E97BE833}"/>
              </a:ext>
            </a:extLst>
          </p:cNvPr>
          <p:cNvSpPr>
            <a:spLocks noGrp="1"/>
          </p:cNvSpPr>
          <p:nvPr>
            <p:ph idx="1"/>
          </p:nvPr>
        </p:nvSpPr>
        <p:spPr>
          <a:xfrm>
            <a:off x="1058332" y="2315754"/>
            <a:ext cx="11021484" cy="4699000"/>
          </a:xfrm>
        </p:spPr>
        <p:txBody>
          <a:bodyPr/>
          <a:lstStyle/>
          <a:p>
            <a:pPr marL="0" indent="0">
              <a:lnSpc>
                <a:spcPct val="150000"/>
              </a:lnSpc>
              <a:buNone/>
            </a:pPr>
            <a:r>
              <a:rPr lang="en-IN" sz="1600" dirty="0">
                <a:ea typeface="+mn-ea"/>
              </a:rPr>
              <a:t>To avoid drastic fluctuations in weight changeover consecutive iterations, the Momentum term is included in the  weight update formula as given by,</a:t>
            </a:r>
          </a:p>
          <a:p>
            <a:pPr marL="0" indent="0">
              <a:lnSpc>
                <a:spcPct val="150000"/>
              </a:lnSpc>
              <a:buNone/>
            </a:pPr>
            <a:endParaRPr lang="en-IN" sz="1600" dirty="0">
              <a:ea typeface="+mn-ea"/>
            </a:endParaRPr>
          </a:p>
          <a:p>
            <a:pPr marL="0" indent="0">
              <a:lnSpc>
                <a:spcPct val="150000"/>
              </a:lnSpc>
              <a:buNone/>
            </a:pPr>
            <a:endParaRPr lang="en-IN" sz="1600" dirty="0">
              <a:ea typeface="+mn-ea"/>
            </a:endParaRPr>
          </a:p>
          <a:p>
            <a:pPr marL="182563" indent="-182563">
              <a:lnSpc>
                <a:spcPct val="150000"/>
              </a:lnSpc>
              <a:buFont typeface="Arial" panose="020B0604020202020204" pitchFamily="34" charset="0"/>
              <a:buChar char="•"/>
            </a:pPr>
            <a:r>
              <a:rPr lang="en-IN" sz="1600" dirty="0">
                <a:ea typeface="+mn-ea"/>
              </a:rPr>
              <a:t>The effective weight change is an average of change suggested by current gradient and weight change used in previous gradient</a:t>
            </a:r>
          </a:p>
          <a:p>
            <a:pPr marL="182563" indent="-182563">
              <a:lnSpc>
                <a:spcPct val="150000"/>
              </a:lnSpc>
              <a:buFont typeface="Arial" panose="020B0604020202020204" pitchFamily="34" charset="0"/>
              <a:buChar char="•"/>
            </a:pPr>
            <a:r>
              <a:rPr lang="el-GR" sz="1600" dirty="0">
                <a:ea typeface="+mn-ea"/>
              </a:rPr>
              <a:t>α</a:t>
            </a:r>
            <a:r>
              <a:rPr lang="en-IN" sz="1600" dirty="0">
                <a:ea typeface="+mn-ea"/>
              </a:rPr>
              <a:t> is Momentum factor. Normally  …0 &lt; </a:t>
            </a:r>
            <a:r>
              <a:rPr kumimoji="1" lang="el-GR" sz="1600" b="0" i="0" u="none" strike="noStrike" kern="1200" cap="none" spc="0" normalizeH="0" baseline="0" noProof="0" dirty="0">
                <a:ln>
                  <a:noFill/>
                </a:ln>
                <a:solidFill>
                  <a:srgbClr val="003366"/>
                </a:solidFill>
                <a:effectLst/>
                <a:uLnTx/>
                <a:uFillTx/>
                <a:latin typeface="Arial"/>
                <a:ea typeface="新細明體"/>
                <a:cs typeface="+mn-cs"/>
              </a:rPr>
              <a:t>α</a:t>
            </a:r>
            <a:r>
              <a:rPr kumimoji="1" lang="en-IN" sz="1600" b="0" i="0" u="none" strike="noStrike" kern="1200" cap="none" spc="0" normalizeH="0" baseline="0" noProof="0" dirty="0">
                <a:ln>
                  <a:noFill/>
                </a:ln>
                <a:solidFill>
                  <a:srgbClr val="003366"/>
                </a:solidFill>
                <a:effectLst/>
                <a:uLnTx/>
                <a:uFillTx/>
                <a:latin typeface="Arial"/>
                <a:ea typeface="新細明體"/>
                <a:cs typeface="+mn-cs"/>
              </a:rPr>
              <a:t> &lt; 1, typically </a:t>
            </a:r>
            <a:r>
              <a:rPr kumimoji="1" lang="el-GR" sz="1600" b="0" i="0" u="none" strike="noStrike" kern="1200" cap="none" spc="0" normalizeH="0" baseline="0" noProof="0" dirty="0">
                <a:ln>
                  <a:noFill/>
                </a:ln>
                <a:solidFill>
                  <a:srgbClr val="003366"/>
                </a:solidFill>
                <a:effectLst/>
                <a:uLnTx/>
                <a:uFillTx/>
                <a:latin typeface="Arial"/>
                <a:ea typeface="新細明體"/>
                <a:cs typeface="+mn-cs"/>
              </a:rPr>
              <a:t>α</a:t>
            </a:r>
            <a:r>
              <a:rPr kumimoji="1" lang="en-IN" sz="1600" b="0" i="0" u="none" strike="noStrike" kern="1200" cap="none" spc="0" normalizeH="0" baseline="0" noProof="0" dirty="0">
                <a:ln>
                  <a:noFill/>
                </a:ln>
                <a:solidFill>
                  <a:srgbClr val="003366"/>
                </a:solidFill>
                <a:effectLst/>
                <a:uLnTx/>
                <a:uFillTx/>
                <a:latin typeface="Arial"/>
                <a:ea typeface="新細明體"/>
                <a:cs typeface="+mn-cs"/>
              </a:rPr>
              <a:t> = 0.9</a:t>
            </a:r>
          </a:p>
          <a:p>
            <a:pPr marL="182563" indent="-182563">
              <a:lnSpc>
                <a:spcPct val="150000"/>
              </a:lnSpc>
              <a:buFont typeface="Arial" panose="020B0604020202020204" pitchFamily="34" charset="0"/>
              <a:buChar char="•"/>
            </a:pPr>
            <a:r>
              <a:rPr lang="en-IN" sz="1600" dirty="0">
                <a:solidFill>
                  <a:srgbClr val="003366"/>
                </a:solidFill>
                <a:latin typeface="Arial"/>
                <a:ea typeface="新細明體"/>
              </a:rPr>
              <a:t>Adding </a:t>
            </a:r>
            <a:r>
              <a:rPr kumimoji="1" lang="en-IN" sz="1600" b="0" i="0" u="none" strike="noStrike" kern="1200" cap="none" spc="0" normalizeH="0" baseline="0" noProof="0" dirty="0">
                <a:ln>
                  <a:noFill/>
                </a:ln>
                <a:solidFill>
                  <a:srgbClr val="003366"/>
                </a:solidFill>
                <a:effectLst/>
                <a:uLnTx/>
                <a:uFillTx/>
                <a:latin typeface="Arial"/>
                <a:ea typeface="新細明體"/>
                <a:cs typeface="+mn-cs"/>
              </a:rPr>
              <a:t>Momentum term leads to faster convergence and better stability.</a:t>
            </a:r>
          </a:p>
          <a:p>
            <a:pPr marL="182563" indent="-182563">
              <a:lnSpc>
                <a:spcPct val="150000"/>
              </a:lnSpc>
              <a:buFont typeface="Arial" panose="020B0604020202020204" pitchFamily="34" charset="0"/>
              <a:buChar char="•"/>
            </a:pPr>
            <a:r>
              <a:rPr lang="en-IN" sz="1600" dirty="0">
                <a:solidFill>
                  <a:srgbClr val="003366"/>
                </a:solidFill>
                <a:latin typeface="Arial"/>
                <a:ea typeface="新細明體"/>
              </a:rPr>
              <a:t>When sign of gradient does not change, </a:t>
            </a:r>
            <a:r>
              <a:rPr kumimoji="1" lang="en-IN" sz="1600" b="0" i="0" u="none" strike="noStrike" kern="1200" cap="none" spc="0" normalizeH="0" baseline="0" noProof="0" dirty="0">
                <a:ln>
                  <a:noFill/>
                </a:ln>
                <a:solidFill>
                  <a:srgbClr val="003366"/>
                </a:solidFill>
                <a:effectLst/>
                <a:uLnTx/>
                <a:uFillTx/>
                <a:latin typeface="Arial"/>
                <a:ea typeface="新細明體"/>
                <a:cs typeface="+mn-cs"/>
              </a:rPr>
              <a:t>Momentum term increases the amount of weight change and speeds up on shallow gradient.</a:t>
            </a:r>
          </a:p>
          <a:p>
            <a:pPr marL="182563" indent="-182563">
              <a:lnSpc>
                <a:spcPct val="150000"/>
              </a:lnSpc>
              <a:buFont typeface="Arial" panose="020B0604020202020204" pitchFamily="34" charset="0"/>
              <a:buChar char="•"/>
            </a:pPr>
            <a:r>
              <a:rPr lang="en-IN" sz="1600" dirty="0">
                <a:solidFill>
                  <a:srgbClr val="003366"/>
                </a:solidFill>
                <a:latin typeface="Arial"/>
                <a:ea typeface="新細明體"/>
              </a:rPr>
              <a:t>When sign of gradient changes, </a:t>
            </a:r>
            <a:r>
              <a:rPr kumimoji="1" lang="en-IN" sz="1600" b="0" i="0" u="none" strike="noStrike" kern="1200" cap="none" spc="0" normalizeH="0" baseline="0" noProof="0" dirty="0">
                <a:ln>
                  <a:noFill/>
                </a:ln>
                <a:solidFill>
                  <a:srgbClr val="003366"/>
                </a:solidFill>
                <a:effectLst/>
                <a:uLnTx/>
                <a:uFillTx/>
                <a:latin typeface="Arial"/>
                <a:ea typeface="新細明體"/>
                <a:cs typeface="+mn-cs"/>
              </a:rPr>
              <a:t>Momentum term decreases the amount of weight change and oscillations will reduce.</a:t>
            </a:r>
            <a:endParaRPr lang="en-IN" sz="1600" dirty="0">
              <a:ea typeface="+mn-ea"/>
            </a:endParaRPr>
          </a:p>
        </p:txBody>
      </p:sp>
      <p:sp>
        <p:nvSpPr>
          <p:cNvPr id="4" name="Slide Number Placeholder 3">
            <a:extLst>
              <a:ext uri="{FF2B5EF4-FFF2-40B4-BE49-F238E27FC236}">
                <a16:creationId xmlns:a16="http://schemas.microsoft.com/office/drawing/2014/main" id="{1A4490B4-F854-461B-8A12-0767188AA823}"/>
              </a:ext>
            </a:extLst>
          </p:cNvPr>
          <p:cNvSpPr>
            <a:spLocks noGrp="1"/>
          </p:cNvSpPr>
          <p:nvPr>
            <p:ph type="sldNum" sz="quarter" idx="12"/>
          </p:nvPr>
        </p:nvSpPr>
        <p:spPr/>
        <p:txBody>
          <a:bodyPr/>
          <a:lstStyle/>
          <a:p>
            <a:pPr>
              <a:defRPr/>
            </a:pPr>
            <a:fld id="{9AD681D7-8A59-4380-9311-10B86FF921AA}" type="slidenum">
              <a:rPr lang="en-US" altLang="zh-TW" smtClean="0"/>
              <a:pPr>
                <a:defRPr/>
              </a:pPr>
              <a:t>49</a:t>
            </a:fld>
            <a:endParaRPr lang="en-US" altLang="zh-TW"/>
          </a:p>
        </p:txBody>
      </p:sp>
      <p:graphicFrame>
        <p:nvGraphicFramePr>
          <p:cNvPr id="5" name="Object 6">
            <a:extLst>
              <a:ext uri="{FF2B5EF4-FFF2-40B4-BE49-F238E27FC236}">
                <a16:creationId xmlns:a16="http://schemas.microsoft.com/office/drawing/2014/main" id="{2CDBB101-41C4-45CF-873B-AAF2E8191660}"/>
              </a:ext>
            </a:extLst>
          </p:cNvPr>
          <p:cNvGraphicFramePr>
            <a:graphicFrameLocks noChangeAspect="1"/>
          </p:cNvGraphicFramePr>
          <p:nvPr>
            <p:extLst>
              <p:ext uri="{D42A27DB-BD31-4B8C-83A1-F6EECF244321}">
                <p14:modId xmlns:p14="http://schemas.microsoft.com/office/powerpoint/2010/main" val="2041121248"/>
              </p:ext>
            </p:extLst>
          </p:nvPr>
        </p:nvGraphicFramePr>
        <p:xfrm>
          <a:off x="4455190" y="2997382"/>
          <a:ext cx="4968179" cy="863236"/>
        </p:xfrm>
        <a:graphic>
          <a:graphicData uri="http://schemas.openxmlformats.org/presentationml/2006/ole">
            <mc:AlternateContent xmlns:mc="http://schemas.openxmlformats.org/markup-compatibility/2006">
              <mc:Choice xmlns:v="urn:schemas-microsoft-com:vml" Requires="v">
                <p:oleObj name="Equation" r:id="rId2" imgW="2819400" imgH="584200" progId="Equation.3">
                  <p:embed/>
                </p:oleObj>
              </mc:Choice>
              <mc:Fallback>
                <p:oleObj name="Equation" r:id="rId2" imgW="2819400" imgH="584200" progId="Equation.3">
                  <p:embed/>
                  <p:pic>
                    <p:nvPicPr>
                      <p:cNvPr id="24583" name="Object 6">
                        <a:extLst>
                          <a:ext uri="{FF2B5EF4-FFF2-40B4-BE49-F238E27FC236}">
                            <a16:creationId xmlns:a16="http://schemas.microsoft.com/office/drawing/2014/main" id="{DB447C42-5C13-4B6C-993F-DEAFFBE44D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5190" y="2997382"/>
                        <a:ext cx="4968179" cy="863236"/>
                      </a:xfrm>
                      <a:prstGeom prst="rect">
                        <a:avLst/>
                      </a:prstGeom>
                      <a:solidFill>
                        <a:srgbClr val="FFCC66"/>
                      </a:solidFill>
                      <a:ln>
                        <a:noFill/>
                      </a:ln>
                      <a:effectLst/>
                    </p:spPr>
                  </p:pic>
                </p:oleObj>
              </mc:Fallback>
            </mc:AlternateContent>
          </a:graphicData>
        </a:graphic>
      </p:graphicFrame>
    </p:spTree>
    <p:extLst>
      <p:ext uri="{BB962C8B-B14F-4D97-AF65-F5344CB8AC3E}">
        <p14:creationId xmlns:p14="http://schemas.microsoft.com/office/powerpoint/2010/main" val="2004025745"/>
      </p:ext>
    </p:extLst>
  </p:cSld>
  <p:clrMapOvr>
    <a:masterClrMapping/>
  </p:clrMapOvr>
</p:sld>
</file>

<file path=ppt/theme/theme1.xml><?xml version="1.0" encoding="utf-8"?>
<a:theme xmlns:a="http://schemas.openxmlformats.org/drawingml/2006/main" name="Soaring">
  <a:themeElements>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fontScheme name="Soarin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36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36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Soaring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Soaring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Soaring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Soaring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apsules">
  <a:themeElements>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fontScheme name="Capsules">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Arial" panose="020B0604020202020204" pitchFamily="34" charset="0"/>
            <a:ea typeface="新細明體" panose="02020500000000000000"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Arial" panose="020B0604020202020204" pitchFamily="34" charset="0"/>
            <a:ea typeface="新細明體" panose="02020500000000000000" pitchFamily="18" charset="-120"/>
          </a:defRPr>
        </a:defPPr>
      </a:lstStyle>
    </a:lnDef>
  </a:objectDefaults>
  <a:extraClrSchemeLst>
    <a:extraClrScheme>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clrMap bg1="lt1" tx1="dk1" bg2="lt2" tx2="dk2" accent1="accent1" accent2="accent2" accent3="accent3" accent4="accent4" accent5="accent5" accent6="accent6" hlink="hlink" folHlink="folHlink"/>
    </a:extraClrScheme>
    <a:extraClrScheme>
      <a:clrScheme name="Capsules 2">
        <a:dk1>
          <a:srgbClr val="000000"/>
        </a:dk1>
        <a:lt1>
          <a:srgbClr val="FFFFFF"/>
        </a:lt1>
        <a:dk2>
          <a:srgbClr val="000000"/>
        </a:dk2>
        <a:lt2>
          <a:srgbClr val="808000"/>
        </a:lt2>
        <a:accent1>
          <a:srgbClr val="FFCC99"/>
        </a:accent1>
        <a:accent2>
          <a:srgbClr val="99CC00"/>
        </a:accent2>
        <a:accent3>
          <a:srgbClr val="FFFFFF"/>
        </a:accent3>
        <a:accent4>
          <a:srgbClr val="000000"/>
        </a:accent4>
        <a:accent5>
          <a:srgbClr val="FFE2CA"/>
        </a:accent5>
        <a:accent6>
          <a:srgbClr val="8AB900"/>
        </a:accent6>
        <a:hlink>
          <a:srgbClr val="336600"/>
        </a:hlink>
        <a:folHlink>
          <a:srgbClr val="FFCC00"/>
        </a:folHlink>
      </a:clrScheme>
      <a:clrMap bg1="lt1" tx1="dk1" bg2="lt2" tx2="dk2" accent1="accent1" accent2="accent2" accent3="accent3" accent4="accent4" accent5="accent5" accent6="accent6" hlink="hlink" folHlink="folHlink"/>
    </a:extraClrScheme>
    <a:extraClrScheme>
      <a:clrScheme name="Capsules 3">
        <a:dk1>
          <a:srgbClr val="006699"/>
        </a:dk1>
        <a:lt1>
          <a:srgbClr val="FFFFFF"/>
        </a:lt1>
        <a:dk2>
          <a:srgbClr val="6699FF"/>
        </a:dk2>
        <a:lt2>
          <a:srgbClr val="FFFFFF"/>
        </a:lt2>
        <a:accent1>
          <a:srgbClr val="33CCCC"/>
        </a:accent1>
        <a:accent2>
          <a:srgbClr val="006699"/>
        </a:accent2>
        <a:accent3>
          <a:srgbClr val="B8CAFF"/>
        </a:accent3>
        <a:accent4>
          <a:srgbClr val="DADADA"/>
        </a:accent4>
        <a:accent5>
          <a:srgbClr val="ADE2E2"/>
        </a:accent5>
        <a:accent6>
          <a:srgbClr val="005C8A"/>
        </a:accent6>
        <a:hlink>
          <a:srgbClr val="99CC00"/>
        </a:hlink>
        <a:folHlink>
          <a:srgbClr val="FFFFCC"/>
        </a:folHlink>
      </a:clrScheme>
      <a:clrMap bg1="dk2" tx1="lt1" bg2="dk1" tx2="lt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6600"/>
        </a:lt2>
        <a:accent1>
          <a:srgbClr val="33CC33"/>
        </a:accent1>
        <a:accent2>
          <a:srgbClr val="FFCC66"/>
        </a:accent2>
        <a:accent3>
          <a:srgbClr val="FFFFFF"/>
        </a:accent3>
        <a:accent4>
          <a:srgbClr val="000000"/>
        </a:accent4>
        <a:accent5>
          <a:srgbClr val="ADE2AD"/>
        </a:accent5>
        <a:accent6>
          <a:srgbClr val="E7B95C"/>
        </a:accent6>
        <a:hlink>
          <a:srgbClr val="0033CC"/>
        </a:hlink>
        <a:folHlink>
          <a:srgbClr val="CC0066"/>
        </a:folHlink>
      </a:clrScheme>
      <a:clrMap bg1="lt1" tx1="dk1" bg2="lt2" tx2="dk2" accent1="accent1" accent2="accent2" accent3="accent3" accent4="accent4" accent5="accent5" accent6="accent6" hlink="hlink" folHlink="folHlink"/>
    </a:extraClrScheme>
    <a:extraClrScheme>
      <a:clrScheme name="Capsules 5">
        <a:dk1>
          <a:srgbClr val="000066"/>
        </a:dk1>
        <a:lt1>
          <a:srgbClr val="FFFFFF"/>
        </a:lt1>
        <a:dk2>
          <a:srgbClr val="336699"/>
        </a:dk2>
        <a:lt2>
          <a:srgbClr val="FFFFEB"/>
        </a:lt2>
        <a:accent1>
          <a:srgbClr val="99CCFF"/>
        </a:accent1>
        <a:accent2>
          <a:srgbClr val="9999FF"/>
        </a:accent2>
        <a:accent3>
          <a:srgbClr val="ADB8CA"/>
        </a:accent3>
        <a:accent4>
          <a:srgbClr val="DADADA"/>
        </a:accent4>
        <a:accent5>
          <a:srgbClr val="CAE2FF"/>
        </a:accent5>
        <a:accent6>
          <a:srgbClr val="8A8A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6">
        <a:dk1>
          <a:srgbClr val="808000"/>
        </a:dk1>
        <a:lt1>
          <a:srgbClr val="FFFFFF"/>
        </a:lt1>
        <a:dk2>
          <a:srgbClr val="006666"/>
        </a:dk2>
        <a:lt2>
          <a:srgbClr val="FFFFFF"/>
        </a:lt2>
        <a:accent1>
          <a:srgbClr val="FFCC66"/>
        </a:accent1>
        <a:accent2>
          <a:srgbClr val="00ACA8"/>
        </a:accent2>
        <a:accent3>
          <a:srgbClr val="AAB8B8"/>
        </a:accent3>
        <a:accent4>
          <a:srgbClr val="DADADA"/>
        </a:accent4>
        <a:accent5>
          <a:srgbClr val="FFE2B8"/>
        </a:accent5>
        <a:accent6>
          <a:srgbClr val="009B98"/>
        </a:accent6>
        <a:hlink>
          <a:srgbClr val="CCCC00"/>
        </a:hlink>
        <a:folHlink>
          <a:srgbClr val="33CCCC"/>
        </a:folHlink>
      </a:clrScheme>
      <a:clrMap bg1="dk2" tx1="lt1" bg2="dk1" tx2="lt2" accent1="accent1" accent2="accent2" accent3="accent3" accent4="accent4" accent5="accent5" accent6="accent6" hlink="hlink" folHlink="folHlink"/>
    </a:extraClrScheme>
    <a:extraClrScheme>
      <a:clrScheme name="Capsules 7">
        <a:dk1>
          <a:srgbClr val="FFFFCC"/>
        </a:dk1>
        <a:lt1>
          <a:srgbClr val="FFFFFF"/>
        </a:lt1>
        <a:dk2>
          <a:srgbClr val="660033"/>
        </a:dk2>
        <a:lt2>
          <a:srgbClr val="FFFFFF"/>
        </a:lt2>
        <a:accent1>
          <a:srgbClr val="FF9900"/>
        </a:accent1>
        <a:accent2>
          <a:srgbClr val="CC3300"/>
        </a:accent2>
        <a:accent3>
          <a:srgbClr val="B8AAAD"/>
        </a:accent3>
        <a:accent4>
          <a:srgbClr val="DADADA"/>
        </a:accent4>
        <a:accent5>
          <a:srgbClr val="FFCAAA"/>
        </a:accent5>
        <a:accent6>
          <a:srgbClr val="B92D00"/>
        </a:accent6>
        <a:hlink>
          <a:srgbClr val="FFCC00"/>
        </a:hlink>
        <a:folHlink>
          <a:srgbClr val="FFCC99"/>
        </a:folHlink>
      </a:clrScheme>
      <a:clrMap bg1="dk2" tx1="lt1" bg2="dk1" tx2="lt2" accent1="accent1" accent2="accent2" accent3="accent3" accent4="accent4" accent5="accent5" accent6="accent6" hlink="hlink" folHlink="folHlink"/>
    </a:extraClrScheme>
    <a:extraClrScheme>
      <a:clrScheme name="Capsules 8">
        <a:dk1>
          <a:srgbClr val="FF0000"/>
        </a:dk1>
        <a:lt1>
          <a:srgbClr val="FFFFFF"/>
        </a:lt1>
        <a:dk2>
          <a:srgbClr val="000000"/>
        </a:dk2>
        <a:lt2>
          <a:srgbClr val="FFFFFF"/>
        </a:lt2>
        <a:accent1>
          <a:srgbClr val="FFCC00"/>
        </a:accent1>
        <a:accent2>
          <a:srgbClr val="CC3300"/>
        </a:accent2>
        <a:accent3>
          <a:srgbClr val="AAAAAA"/>
        </a:accent3>
        <a:accent4>
          <a:srgbClr val="DADADA"/>
        </a:accent4>
        <a:accent5>
          <a:srgbClr val="FFE2AA"/>
        </a:accent5>
        <a:accent6>
          <a:srgbClr val="B92D00"/>
        </a:accent6>
        <a:hlink>
          <a:srgbClr val="FF6600"/>
        </a:hlink>
        <a:folHlink>
          <a:srgbClr val="FF7C8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apsules">
  <a:themeElements>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fontScheme name="Capsules">
      <a:majorFont>
        <a:latin typeface="Arial"/>
        <a:ea typeface="PMingLiU"/>
        <a:cs typeface=""/>
      </a:majorFont>
      <a:minorFont>
        <a:latin typeface="Arial"/>
        <a:ea typeface="PMingLiU"/>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Arial" panose="020B0604020202020204" pitchFamily="34" charset="0"/>
            <a:ea typeface="PMingLiU" panose="02020500000000000000"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1800" b="0" i="0" u="none" strike="noStrike" cap="none" normalizeH="0" baseline="0" smtClean="0">
            <a:ln>
              <a:noFill/>
            </a:ln>
            <a:solidFill>
              <a:schemeClr val="tx1"/>
            </a:solidFill>
            <a:effectLst/>
            <a:latin typeface="Arial" panose="020B0604020202020204" pitchFamily="34" charset="0"/>
            <a:ea typeface="PMingLiU" panose="02020500000000000000" pitchFamily="18" charset="-120"/>
          </a:defRPr>
        </a:defPPr>
      </a:lstStyle>
    </a:lnDef>
  </a:objectDefaults>
  <a:extraClrSchemeLst>
    <a:extraClrScheme>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clrMap bg1="lt1" tx1="dk1" bg2="lt2" tx2="dk2" accent1="accent1" accent2="accent2" accent3="accent3" accent4="accent4" accent5="accent5" accent6="accent6" hlink="hlink" folHlink="folHlink"/>
    </a:extraClrScheme>
    <a:extraClrScheme>
      <a:clrScheme name="Capsules 2">
        <a:dk1>
          <a:srgbClr val="000000"/>
        </a:dk1>
        <a:lt1>
          <a:srgbClr val="FFFFFF"/>
        </a:lt1>
        <a:dk2>
          <a:srgbClr val="000000"/>
        </a:dk2>
        <a:lt2>
          <a:srgbClr val="808000"/>
        </a:lt2>
        <a:accent1>
          <a:srgbClr val="FFCC99"/>
        </a:accent1>
        <a:accent2>
          <a:srgbClr val="99CC00"/>
        </a:accent2>
        <a:accent3>
          <a:srgbClr val="FFFFFF"/>
        </a:accent3>
        <a:accent4>
          <a:srgbClr val="000000"/>
        </a:accent4>
        <a:accent5>
          <a:srgbClr val="FFE2CA"/>
        </a:accent5>
        <a:accent6>
          <a:srgbClr val="8AB900"/>
        </a:accent6>
        <a:hlink>
          <a:srgbClr val="336600"/>
        </a:hlink>
        <a:folHlink>
          <a:srgbClr val="FFCC00"/>
        </a:folHlink>
      </a:clrScheme>
      <a:clrMap bg1="lt1" tx1="dk1" bg2="lt2" tx2="dk2" accent1="accent1" accent2="accent2" accent3="accent3" accent4="accent4" accent5="accent5" accent6="accent6" hlink="hlink" folHlink="folHlink"/>
    </a:extraClrScheme>
    <a:extraClrScheme>
      <a:clrScheme name="Capsules 3">
        <a:dk1>
          <a:srgbClr val="006699"/>
        </a:dk1>
        <a:lt1>
          <a:srgbClr val="FFFFFF"/>
        </a:lt1>
        <a:dk2>
          <a:srgbClr val="6699FF"/>
        </a:dk2>
        <a:lt2>
          <a:srgbClr val="FFFFFF"/>
        </a:lt2>
        <a:accent1>
          <a:srgbClr val="33CCCC"/>
        </a:accent1>
        <a:accent2>
          <a:srgbClr val="006699"/>
        </a:accent2>
        <a:accent3>
          <a:srgbClr val="B8CAFF"/>
        </a:accent3>
        <a:accent4>
          <a:srgbClr val="DADADA"/>
        </a:accent4>
        <a:accent5>
          <a:srgbClr val="ADE2E2"/>
        </a:accent5>
        <a:accent6>
          <a:srgbClr val="005C8A"/>
        </a:accent6>
        <a:hlink>
          <a:srgbClr val="99CC00"/>
        </a:hlink>
        <a:folHlink>
          <a:srgbClr val="FFFFCC"/>
        </a:folHlink>
      </a:clrScheme>
      <a:clrMap bg1="dk2" tx1="lt1" bg2="dk1" tx2="lt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6600"/>
        </a:lt2>
        <a:accent1>
          <a:srgbClr val="33CC33"/>
        </a:accent1>
        <a:accent2>
          <a:srgbClr val="FFCC66"/>
        </a:accent2>
        <a:accent3>
          <a:srgbClr val="FFFFFF"/>
        </a:accent3>
        <a:accent4>
          <a:srgbClr val="000000"/>
        </a:accent4>
        <a:accent5>
          <a:srgbClr val="ADE2AD"/>
        </a:accent5>
        <a:accent6>
          <a:srgbClr val="E7B95C"/>
        </a:accent6>
        <a:hlink>
          <a:srgbClr val="0033CC"/>
        </a:hlink>
        <a:folHlink>
          <a:srgbClr val="CC0066"/>
        </a:folHlink>
      </a:clrScheme>
      <a:clrMap bg1="lt1" tx1="dk1" bg2="lt2" tx2="dk2" accent1="accent1" accent2="accent2" accent3="accent3" accent4="accent4" accent5="accent5" accent6="accent6" hlink="hlink" folHlink="folHlink"/>
    </a:extraClrScheme>
    <a:extraClrScheme>
      <a:clrScheme name="Capsules 5">
        <a:dk1>
          <a:srgbClr val="000066"/>
        </a:dk1>
        <a:lt1>
          <a:srgbClr val="FFFFFF"/>
        </a:lt1>
        <a:dk2>
          <a:srgbClr val="336699"/>
        </a:dk2>
        <a:lt2>
          <a:srgbClr val="FFFFEB"/>
        </a:lt2>
        <a:accent1>
          <a:srgbClr val="99CCFF"/>
        </a:accent1>
        <a:accent2>
          <a:srgbClr val="9999FF"/>
        </a:accent2>
        <a:accent3>
          <a:srgbClr val="ADB8CA"/>
        </a:accent3>
        <a:accent4>
          <a:srgbClr val="DADADA"/>
        </a:accent4>
        <a:accent5>
          <a:srgbClr val="CAE2FF"/>
        </a:accent5>
        <a:accent6>
          <a:srgbClr val="8A8A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6">
        <a:dk1>
          <a:srgbClr val="808000"/>
        </a:dk1>
        <a:lt1>
          <a:srgbClr val="FFFFFF"/>
        </a:lt1>
        <a:dk2>
          <a:srgbClr val="006666"/>
        </a:dk2>
        <a:lt2>
          <a:srgbClr val="FFFFFF"/>
        </a:lt2>
        <a:accent1>
          <a:srgbClr val="FFCC66"/>
        </a:accent1>
        <a:accent2>
          <a:srgbClr val="00ACA8"/>
        </a:accent2>
        <a:accent3>
          <a:srgbClr val="AAB8B8"/>
        </a:accent3>
        <a:accent4>
          <a:srgbClr val="DADADA"/>
        </a:accent4>
        <a:accent5>
          <a:srgbClr val="FFE2B8"/>
        </a:accent5>
        <a:accent6>
          <a:srgbClr val="009B98"/>
        </a:accent6>
        <a:hlink>
          <a:srgbClr val="CCCC00"/>
        </a:hlink>
        <a:folHlink>
          <a:srgbClr val="33CCCC"/>
        </a:folHlink>
      </a:clrScheme>
      <a:clrMap bg1="dk2" tx1="lt1" bg2="dk1" tx2="lt2" accent1="accent1" accent2="accent2" accent3="accent3" accent4="accent4" accent5="accent5" accent6="accent6" hlink="hlink" folHlink="folHlink"/>
    </a:extraClrScheme>
    <a:extraClrScheme>
      <a:clrScheme name="Capsules 7">
        <a:dk1>
          <a:srgbClr val="FFFFCC"/>
        </a:dk1>
        <a:lt1>
          <a:srgbClr val="FFFFFF"/>
        </a:lt1>
        <a:dk2>
          <a:srgbClr val="660033"/>
        </a:dk2>
        <a:lt2>
          <a:srgbClr val="FFFFFF"/>
        </a:lt2>
        <a:accent1>
          <a:srgbClr val="FF9900"/>
        </a:accent1>
        <a:accent2>
          <a:srgbClr val="CC3300"/>
        </a:accent2>
        <a:accent3>
          <a:srgbClr val="B8AAAD"/>
        </a:accent3>
        <a:accent4>
          <a:srgbClr val="DADADA"/>
        </a:accent4>
        <a:accent5>
          <a:srgbClr val="FFCAAA"/>
        </a:accent5>
        <a:accent6>
          <a:srgbClr val="B92D00"/>
        </a:accent6>
        <a:hlink>
          <a:srgbClr val="FFCC00"/>
        </a:hlink>
        <a:folHlink>
          <a:srgbClr val="FFCC99"/>
        </a:folHlink>
      </a:clrScheme>
      <a:clrMap bg1="dk2" tx1="lt1" bg2="dk1" tx2="lt2" accent1="accent1" accent2="accent2" accent3="accent3" accent4="accent4" accent5="accent5" accent6="accent6" hlink="hlink" folHlink="folHlink"/>
    </a:extraClrScheme>
    <a:extraClrScheme>
      <a:clrScheme name="Capsules 8">
        <a:dk1>
          <a:srgbClr val="FF0000"/>
        </a:dk1>
        <a:lt1>
          <a:srgbClr val="FFFFFF"/>
        </a:lt1>
        <a:dk2>
          <a:srgbClr val="000000"/>
        </a:dk2>
        <a:lt2>
          <a:srgbClr val="FFFFFF"/>
        </a:lt2>
        <a:accent1>
          <a:srgbClr val="FFCC00"/>
        </a:accent1>
        <a:accent2>
          <a:srgbClr val="CC3300"/>
        </a:accent2>
        <a:accent3>
          <a:srgbClr val="AAAAAA"/>
        </a:accent3>
        <a:accent4>
          <a:srgbClr val="DADADA"/>
        </a:accent4>
        <a:accent5>
          <a:srgbClr val="FFE2AA"/>
        </a:accent5>
        <a:accent6>
          <a:srgbClr val="B92D00"/>
        </a:accent6>
        <a:hlink>
          <a:srgbClr val="FF6600"/>
        </a:hlink>
        <a:folHlink>
          <a:srgbClr val="FF7C8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38215</TotalTime>
  <Words>3269</Words>
  <Application>Microsoft Office PowerPoint</Application>
  <PresentationFormat>Widescreen</PresentationFormat>
  <Paragraphs>533</Paragraphs>
  <Slides>49</Slides>
  <Notes>0</Notes>
  <HiddenSlides>0</HiddenSlides>
  <MMClips>0</MMClips>
  <ScaleCrop>false</ScaleCrop>
  <HeadingPairs>
    <vt:vector size="8" baseType="variant">
      <vt:variant>
        <vt:lpstr>Fonts Used</vt:lpstr>
      </vt:variant>
      <vt:variant>
        <vt:i4>7</vt:i4>
      </vt:variant>
      <vt:variant>
        <vt:lpstr>Theme</vt:lpstr>
      </vt:variant>
      <vt:variant>
        <vt:i4>3</vt:i4>
      </vt:variant>
      <vt:variant>
        <vt:lpstr>Embedded OLE Servers</vt:lpstr>
      </vt:variant>
      <vt:variant>
        <vt:i4>1</vt:i4>
      </vt:variant>
      <vt:variant>
        <vt:lpstr>Slide Titles</vt:lpstr>
      </vt:variant>
      <vt:variant>
        <vt:i4>49</vt:i4>
      </vt:variant>
    </vt:vector>
  </HeadingPairs>
  <TitlesOfParts>
    <vt:vector size="60" baseType="lpstr">
      <vt:lpstr>新細明體</vt:lpstr>
      <vt:lpstr>Arial</vt:lpstr>
      <vt:lpstr>Calibri</vt:lpstr>
      <vt:lpstr>Cambria Math</vt:lpstr>
      <vt:lpstr>News Gothic MT</vt:lpstr>
      <vt:lpstr>Times New Roman</vt:lpstr>
      <vt:lpstr>Wingdings</vt:lpstr>
      <vt:lpstr>Soaring</vt:lpstr>
      <vt:lpstr>Capsules</vt:lpstr>
      <vt:lpstr>1_Capsules</vt:lpstr>
      <vt:lpstr>Equation</vt:lpstr>
      <vt:lpstr>Neural Networks</vt:lpstr>
      <vt:lpstr>What is a Neural Network?</vt:lpstr>
      <vt:lpstr>Comparison between Conventional computer and Human brain</vt:lpstr>
      <vt:lpstr>Comparison between Conventional computer and Human brain</vt:lpstr>
      <vt:lpstr>Comparison between Conventional computer and Human brain</vt:lpstr>
      <vt:lpstr>Benefits/Advantages of Neural Networks</vt:lpstr>
      <vt:lpstr>Benefits/Advantages of Neural Networks</vt:lpstr>
      <vt:lpstr>Benefits/Advantages of Neural Networks</vt:lpstr>
      <vt:lpstr>Benefits/Advantages of Neural Networks</vt:lpstr>
      <vt:lpstr>Biological Neuron</vt:lpstr>
      <vt:lpstr>Biological Neuron</vt:lpstr>
      <vt:lpstr>Biological Neuron</vt:lpstr>
      <vt:lpstr>Artificial Neuron</vt:lpstr>
      <vt:lpstr>Artificial Neuron Model (MC-Culloch Pitts)</vt:lpstr>
      <vt:lpstr>Architectures of Neural Network</vt:lpstr>
      <vt:lpstr>Architectures of Neural Network</vt:lpstr>
      <vt:lpstr>Activation or Stochastic Functions</vt:lpstr>
      <vt:lpstr>Activation or Stochastic Functions</vt:lpstr>
      <vt:lpstr>Activation or Stochastic Functions</vt:lpstr>
      <vt:lpstr>Types of Learning: 1.Supervised Learning</vt:lpstr>
      <vt:lpstr>2. Unsupervised Learning</vt:lpstr>
      <vt:lpstr>3. Reinforcement Learning </vt:lpstr>
      <vt:lpstr>Learning Rules</vt:lpstr>
      <vt:lpstr>Linear and Nonlinear Separability</vt:lpstr>
      <vt:lpstr>Linear and Nonlinear Separability</vt:lpstr>
      <vt:lpstr>Multilayer Neural Network: Error Back Propagation algorithm (EBPA)</vt:lpstr>
      <vt:lpstr>Error Back Propagation algorithm (EBPA)</vt:lpstr>
      <vt:lpstr>Ideal Error Curve</vt:lpstr>
      <vt:lpstr>Error Back Propagation algorithm (EBPA)</vt:lpstr>
      <vt:lpstr>Error Back Propagation algorithm (EBPA)</vt:lpstr>
      <vt:lpstr>Error Back Propagation algorithm (EBPA)</vt:lpstr>
      <vt:lpstr>Error Back Propagation algorithm (EBPA)</vt:lpstr>
      <vt:lpstr>EBPA Flowchart</vt:lpstr>
      <vt:lpstr>EBPA working</vt:lpstr>
      <vt:lpstr>EBPA working</vt:lpstr>
      <vt:lpstr>EBPA working</vt:lpstr>
      <vt:lpstr>Design Considerations for EBPA</vt:lpstr>
      <vt:lpstr>Design Considerations for EBPA</vt:lpstr>
      <vt:lpstr>Design Considerations for EBPA</vt:lpstr>
      <vt:lpstr>Design Considerations for EBPA</vt:lpstr>
      <vt:lpstr>Design Considerations for EBPA</vt:lpstr>
      <vt:lpstr>Design Considerations for EBPA</vt:lpstr>
      <vt:lpstr>Design Considerations for EBPA</vt:lpstr>
      <vt:lpstr>Performance Evaluation of EBPA</vt:lpstr>
      <vt:lpstr>Performance Evaluation of EBPA</vt:lpstr>
      <vt:lpstr>Performance Evaluation of EBPA</vt:lpstr>
      <vt:lpstr>Performance Evaluation of EBPA</vt:lpstr>
      <vt:lpstr>Local Minima Problem of EBPA</vt:lpstr>
      <vt:lpstr>Local Minima Problem of EBPA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Neural Networks</dc:title>
  <dc:creator>Supriya Patil</dc:creator>
  <cp:lastModifiedBy>SUPRIYA</cp:lastModifiedBy>
  <cp:revision>24</cp:revision>
  <dcterms:created xsi:type="dcterms:W3CDTF">2021-08-21T04:01:17Z</dcterms:created>
  <dcterms:modified xsi:type="dcterms:W3CDTF">2025-03-25T03:54:52Z</dcterms:modified>
</cp:coreProperties>
</file>