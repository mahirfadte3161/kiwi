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68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0643C-1FB1-5A76-5D7F-213808C6E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D9CACE-1EA6-6902-E267-8B9A769D54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3D5B0-0198-C699-D300-4A4E4EBC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43232-066D-4388-9B8A-3DFD16276A9F}" type="datetimeFigureOut">
              <a:rPr lang="en-IN" smtClean="0"/>
              <a:t>18-10-2024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624CD-10FB-8E8E-F1C7-26CDB9083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1695F-00AD-FD3D-7C88-DB158E701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11165-9C77-42BA-AC63-566F9EC54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266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B69B4-3567-4E96-1FA5-2B3A14C1A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2361E-44AB-391F-43BE-D6D9DBB10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10F5C-CF46-0F24-4314-3A57B4D4F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43232-066D-4388-9B8A-3DFD16276A9F}" type="datetimeFigureOut">
              <a:rPr lang="en-IN" smtClean="0"/>
              <a:t>18-10-2024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2C7A9-D3B6-7A1D-FA97-291FC6753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B880C-95F6-00BE-898F-2EA7B6B84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11165-9C77-42BA-AC63-566F9EC54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315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3F364-3157-8A02-04AD-F02FA481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CE61F-A277-7B21-E049-392CA300E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A5E98-F6A5-68EC-065F-B6FDC6713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43232-066D-4388-9B8A-3DFD16276A9F}" type="datetimeFigureOut">
              <a:rPr lang="en-IN" smtClean="0"/>
              <a:t>18-10-2024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0E6AE-1BCC-ECEF-0DB3-14A6A3C7C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6C63E-CF86-B012-7921-0B45A143C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11165-9C77-42BA-AC63-566F9EC54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006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84A8B-7B83-A1B0-6CBB-E997818F7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AAC98-755D-DF93-880D-561143D601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D341D6-F357-1346-4E99-D86EDC5F9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83F2F-CAFA-0690-AB42-39C9E04BC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43232-066D-4388-9B8A-3DFD16276A9F}" type="datetimeFigureOut">
              <a:rPr lang="en-IN" smtClean="0"/>
              <a:t>18-10-2024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27103-B04F-BA8B-9323-D3714DC5C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8DE79-A6B6-6D58-9CF6-C5F2651FE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11165-9C77-42BA-AC63-566F9EC54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199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A43C8-8E7C-0B97-ADBB-00A32DDE2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018D3-2070-2DFD-51C0-3181734E2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DE5494-070E-370B-513C-68AFBF5E54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9C3998-C59B-2D30-9984-437E8CDBB6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AC9D64-CBCA-6C99-1366-2A75EC0AAE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A10B0C-7AF3-F56A-14A1-C4510A061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43232-066D-4388-9B8A-3DFD16276A9F}" type="datetimeFigureOut">
              <a:rPr lang="en-IN" smtClean="0"/>
              <a:t>18-10-2024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DCBDC1-5E8C-1B57-FAF4-3A6A2401A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2FC3A8-56DB-7F15-AD06-186DD3CDA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11165-9C77-42BA-AC63-566F9EC54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772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E5D46-0D4F-275F-BF5D-18B1B9DD0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47EE33-8345-7C49-B760-E4B5F9FB8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43232-066D-4388-9B8A-3DFD16276A9F}" type="datetimeFigureOut">
              <a:rPr lang="en-IN" smtClean="0"/>
              <a:t>18-10-2024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3E09EC-2AB9-B78B-0ADA-726EE6CC7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68C47C-8DFC-7E27-508E-591E6D391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11165-9C77-42BA-AC63-566F9EC54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2501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73E02B-CC8B-C03C-5664-04FBF4009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43232-066D-4388-9B8A-3DFD16276A9F}" type="datetimeFigureOut">
              <a:rPr lang="en-IN" smtClean="0"/>
              <a:t>18-10-2024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8B3729-145D-5858-951B-6A857C72C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77B5D-4664-9926-4A20-1F15F4807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11165-9C77-42BA-AC63-566F9EC54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661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0B891-1C09-4122-1DFC-DEEBB0544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A634F-B56E-26C0-55DA-1C6C3742E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05CA5-D218-C22C-B214-79AE5F44B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77C92-9D86-4E11-702E-26BA4E1F9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43232-066D-4388-9B8A-3DFD16276A9F}" type="datetimeFigureOut">
              <a:rPr lang="en-IN" smtClean="0"/>
              <a:t>18-10-2024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C7B4C-70F8-7171-11A8-21CFA54CC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B5929-4A5E-B29F-8A2A-F93437B7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11165-9C77-42BA-AC63-566F9EC54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792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2DD05-CC9B-1552-578B-13CAD78AF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42013C-5457-43E3-2CCB-1CD74091BB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FEF9D7-D3BD-56D6-52D9-B11072D77D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E6FE0-F07E-23AA-2D1E-74FA3837D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43232-066D-4388-9B8A-3DFD16276A9F}" type="datetimeFigureOut">
              <a:rPr lang="en-IN" smtClean="0"/>
              <a:t>18-10-2024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4F65F-1653-78E5-ED4D-11C7D420D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DBC20-24C6-897B-97EF-9C0BD0088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11165-9C77-42BA-AC63-566F9EC54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518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46061-DEC6-D58A-B276-A4B0EA381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42F538-E8A5-6839-A0EA-8773626DF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227A3-EC4C-83EB-ABBB-A4E8493C1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43232-066D-4388-9B8A-3DFD16276A9F}" type="datetimeFigureOut">
              <a:rPr lang="en-IN" smtClean="0"/>
              <a:t>18-10-2024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090CE-71BD-8630-ADD6-3AFF22513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3EEA0-FB15-94FB-EE1E-6DB742A7E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11165-9C77-42BA-AC63-566F9EC54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364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6F4349-DC39-9527-2C6E-9CFE1471A6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3975F3-3302-0091-8B37-D666014F0E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1A816-10D6-317A-B91E-4497D7242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43232-066D-4388-9B8A-3DFD16276A9F}" type="datetimeFigureOut">
              <a:rPr lang="en-IN" smtClean="0"/>
              <a:t>18-10-2024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C3ED9-A6BB-3CA2-9AAB-ED8F76D28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28583-3B69-B3E8-F482-C4EC69A3F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11165-9C77-42BA-AC63-566F9EC54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934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0168F-C17F-FE03-B6C7-B76151007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4CFF-117B-F5B2-556B-D9A116198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2248A-33D9-BD06-B58D-086A1DEFA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43232-066D-4388-9B8A-3DFD16276A9F}" type="datetimeFigureOut">
              <a:rPr lang="en-IN" smtClean="0"/>
              <a:t>18-10-2024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8BE94-2EFF-1794-E55F-DE2D081FB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8D548-FFA7-80DB-1E11-CDAFA3E49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611165-9C77-42BA-AC63-566F9EC547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124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9EC4E-7B41-77B4-6F85-A1AD8B2BB4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Deep Neural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681E11-E0AC-F4E0-9428-A8FB1AE011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UNIT 3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87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4EBAA-05F3-D791-6881-9DDCD54C2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35821-3BD5-7657-8B83-16D5C7A9D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Deep Neural Networks: </a:t>
            </a:r>
          </a:p>
          <a:p>
            <a:r>
              <a:rPr lang="en-US" dirty="0"/>
              <a:t>Introduction </a:t>
            </a:r>
          </a:p>
          <a:p>
            <a:r>
              <a:rPr lang="en-US" dirty="0"/>
              <a:t>Necessity of deep neural networks (DNN),</a:t>
            </a:r>
          </a:p>
          <a:p>
            <a:r>
              <a:rPr lang="en-US" dirty="0"/>
              <a:t>Auto encoder and its types.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4342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22128-68DB-DDB5-0770-170207B3B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Driverless Cars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6F384-222C-7B7C-AB75-11337EE38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20A37C-9E9A-181C-CDCB-A2AD28518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218" y="2350656"/>
            <a:ext cx="8061564" cy="34221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9534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2F3C89-B3C4-2076-05AA-86BED0093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65" y="125509"/>
            <a:ext cx="2643236" cy="28764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3857F8-D047-BADC-875E-E8B6C5889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170" y="5243849"/>
            <a:ext cx="708721" cy="8230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F3FAF4-4F43-2D14-DDF0-57BECE918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2168" y="4721087"/>
            <a:ext cx="1061987" cy="13457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E4DDF4-EFE4-96D4-5638-E8B15441CB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2965" y="4469811"/>
            <a:ext cx="1304918" cy="15239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BB71B0-32BA-C4C6-8BB7-256C20A210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565" y="3825860"/>
            <a:ext cx="708721" cy="5944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B6F0361-98EC-ED99-B950-40896B50E8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7852" y="3307343"/>
            <a:ext cx="670618" cy="8458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B7617DC-0952-B640-7C7D-34D140CE51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5757" y="2077278"/>
            <a:ext cx="2433186" cy="2102357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6971F48-83D7-8D97-23E4-381FF018A4D3}"/>
              </a:ext>
            </a:extLst>
          </p:cNvPr>
          <p:cNvCxnSpPr>
            <a:cxnSpLocks/>
          </p:cNvCxnSpPr>
          <p:nvPr/>
        </p:nvCxnSpPr>
        <p:spPr>
          <a:xfrm>
            <a:off x="1736170" y="4644689"/>
            <a:ext cx="1166056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7911268-92FA-E0F1-C312-7F183EB4933A}"/>
              </a:ext>
            </a:extLst>
          </p:cNvPr>
          <p:cNvCxnSpPr>
            <a:cxnSpLocks/>
          </p:cNvCxnSpPr>
          <p:nvPr/>
        </p:nvCxnSpPr>
        <p:spPr>
          <a:xfrm>
            <a:off x="1736170" y="4486178"/>
            <a:ext cx="1166056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C4C4B64-76F7-C42B-48CA-A663AD4A9904}"/>
              </a:ext>
            </a:extLst>
          </p:cNvPr>
          <p:cNvCxnSpPr>
            <a:cxnSpLocks/>
          </p:cNvCxnSpPr>
          <p:nvPr/>
        </p:nvCxnSpPr>
        <p:spPr>
          <a:xfrm>
            <a:off x="1736170" y="4347187"/>
            <a:ext cx="1166056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4223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FF5E5-5A3D-D898-0C4C-5F747F932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Traditional Programming                            Traditional Machine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85A4CA-EB6C-7772-1239-C8DCC0FAA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645" y="3047946"/>
            <a:ext cx="3635055" cy="12193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68653D-E777-D400-F7AE-45541A156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520" y="2716952"/>
            <a:ext cx="4138019" cy="172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150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ECAD8C-5676-4DEC-DE18-6C43FF199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537" y="596037"/>
            <a:ext cx="10240411" cy="56659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01104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8AE15-73CC-1F92-8672-2A3C57693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Handling Complex Data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8D79B-BBCE-66C6-007B-457101508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Machine Learning</a:t>
            </a:r>
            <a:r>
              <a:rPr lang="en-US" dirty="0"/>
              <a:t>: Traditional machine learning algorithms (like decision trees, support vector machines, etc.) struggle with complex, high-dimensional data such as images, videos, and raw audio.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Deep Learning</a:t>
            </a:r>
            <a:r>
              <a:rPr lang="en-US" dirty="0"/>
              <a:t>: Deep learning, using neural networks with many layers, excels in understanding and extracting features from such complex data types. </a:t>
            </a:r>
          </a:p>
          <a:p>
            <a:pPr lvl="1" algn="just"/>
            <a:r>
              <a:rPr lang="en-US" dirty="0"/>
              <a:t>For example, convolutional neural networks (CNNs) are highly effective for image recognition.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2372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63DC-ADAF-9DC4-32BB-0CE6DBD02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Feature Engineering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2EBAB-B74F-7A3A-1AAD-511FF8CBF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Machine Learning</a:t>
            </a:r>
            <a:r>
              <a:rPr lang="en-US" dirty="0"/>
              <a:t>: Most machine learning algorithms require </a:t>
            </a:r>
            <a:r>
              <a:rPr lang="en-US" b="1" dirty="0"/>
              <a:t>manual feature engineering</a:t>
            </a:r>
            <a:r>
              <a:rPr lang="en-US" dirty="0"/>
              <a:t>. This means human experts have to decide which features to extract from raw data.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Deep Learning</a:t>
            </a:r>
            <a:r>
              <a:rPr lang="en-US" dirty="0"/>
              <a:t>: Deep learning automates feature extraction. Neural networks, especially deep ones, learn to extract high-level features on their own, removing the need for human involvement in feature design.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6889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8E423-B2DF-DFA1-C2D1-620DC83E5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Performance on Large Datasets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489D6-5672-752F-BA1B-279EDF9F6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Machine Learning</a:t>
            </a:r>
            <a:r>
              <a:rPr lang="en-US" dirty="0"/>
              <a:t>: Traditional machine learning models plateau in performance as datasets grow in size. They might require a lot of pre-processing and can only learn up to a certain complexity.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Deep Learning</a:t>
            </a:r>
            <a:r>
              <a:rPr lang="en-US" dirty="0"/>
              <a:t>: Deep learning thrives on </a:t>
            </a:r>
            <a:r>
              <a:rPr lang="en-US" b="1" dirty="0"/>
              <a:t>large datasets</a:t>
            </a:r>
            <a:r>
              <a:rPr lang="en-US" dirty="0"/>
              <a:t>. With sufficient data, deep learning models can improve their accuracy and generalization by capturing intricate patterns that traditional algorithms might miss.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4138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3273-A392-FF8A-190C-9C2C212DF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Unstructured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7F00A-E3D7-60CF-0518-26345DA1C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Machine Learning</a:t>
            </a:r>
            <a:r>
              <a:rPr lang="en-US" dirty="0"/>
              <a:t>: Machine learning is more effective when applied to structured data like spreadsheets or databases where relationships between data points are predefined.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Deep Learning</a:t>
            </a:r>
            <a:r>
              <a:rPr lang="en-US" dirty="0"/>
              <a:t>: Deep learning is well-suited for </a:t>
            </a:r>
            <a:r>
              <a:rPr lang="en-US" b="1" dirty="0"/>
              <a:t>unstructured data</a:t>
            </a:r>
            <a:r>
              <a:rPr lang="en-US" dirty="0"/>
              <a:t> (e.g., raw text, images, and speech). </a:t>
            </a:r>
          </a:p>
          <a:p>
            <a:pPr lvl="1" algn="just"/>
            <a:r>
              <a:rPr lang="en-US" dirty="0"/>
              <a:t>For example, Recurrent Neural Networks (RNNs) and Long Short-Term Memory (LSTM) networks are used for sequential data like time series, speech, and text.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4270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11D5B-4B31-B086-954F-B68C3C1BE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Scalability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C36A0-31A4-2A6C-60A7-72BC862A7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Machine Learning</a:t>
            </a:r>
            <a:r>
              <a:rPr lang="en-US" dirty="0"/>
              <a:t>: As complexity increases, traditional machine learning algorithms struggle to scale. Complex tasks require significant human oversight and manual adjustments.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Deep Learning: </a:t>
            </a:r>
            <a:r>
              <a:rPr lang="en-US" dirty="0"/>
              <a:t>Deep learning models can scale with both the amount of data and computational resources. With advances in hardware </a:t>
            </a:r>
            <a:r>
              <a:rPr lang="en-US" b="1" dirty="0"/>
              <a:t>(GPUs, TPUs) </a:t>
            </a:r>
            <a:r>
              <a:rPr lang="en-US" dirty="0"/>
              <a:t>and parallel processing, deep learning models can handle massive datasets and complex tasks without a proportional increase in human effort.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7207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98C67-37B8-0A68-5989-E19FCAB13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Learning Representations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8D48F-C57F-F081-67E5-3FA973FF7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Machine Learning</a:t>
            </a:r>
            <a:r>
              <a:rPr lang="en-US" dirty="0"/>
              <a:t>: In traditional machine learning, the quality of the model is heavily dependent on how good the feature selection is.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Deep Learning</a:t>
            </a:r>
            <a:r>
              <a:rPr lang="en-US" dirty="0"/>
              <a:t>: Deep learning models excel at learning complex, hierarchical representations of data. In image recognition, for example, lower layers might recognize edges, while higher layers recognize objects like faces or animals.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0146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91AA6-ACC5-CBDB-6B34-CEEB89452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Transfer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4CF36-1B93-409D-896D-A764A66C2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Machine Learning</a:t>
            </a:r>
            <a:r>
              <a:rPr lang="en-US" dirty="0"/>
              <a:t>: Most machine learning models are built from scratch for each specific task, and transferring knowledge from one model to another is not common.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Deep Learning</a:t>
            </a:r>
            <a:r>
              <a:rPr lang="en-US" dirty="0"/>
              <a:t>: </a:t>
            </a:r>
            <a:r>
              <a:rPr lang="en-US" b="1" dirty="0"/>
              <a:t>Transfer learning</a:t>
            </a:r>
            <a:r>
              <a:rPr lang="en-US" dirty="0"/>
              <a:t> allows deep learning models pre-trained on one task (e.g., ImageNet classification) to be fine-tuned for other tasks with minimal data and computation. This capability has made deep learning adaptable and scalable across various fields.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9678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543</Words>
  <Application>Microsoft Office PowerPoint</Application>
  <PresentationFormat>Widescreen</PresentationFormat>
  <Paragraphs>45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Deep Neural Networks</vt:lpstr>
      <vt:lpstr>Outline</vt:lpstr>
      <vt:lpstr>Driverless Cars</vt:lpstr>
      <vt:lpstr>PowerPoint Presentation</vt:lpstr>
      <vt:lpstr>PowerPoint Presentation</vt:lpstr>
      <vt:lpstr>PowerPoint Presentation</vt:lpstr>
      <vt:lpstr>Handling Complex Data</vt:lpstr>
      <vt:lpstr>Feature Engineering </vt:lpstr>
      <vt:lpstr>Performance on Large Datasets</vt:lpstr>
      <vt:lpstr>Unstructured Data</vt:lpstr>
      <vt:lpstr>Scalability</vt:lpstr>
      <vt:lpstr>Learning Representations</vt:lpstr>
      <vt:lpstr>Transfer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Vaishnavi Kamat</dc:creator>
  <cp:lastModifiedBy>Vaishnavi Kamat</cp:lastModifiedBy>
  <cp:revision>7</cp:revision>
  <dcterms:created xsi:type="dcterms:W3CDTF">2024-10-08T00:41:55Z</dcterms:created>
  <dcterms:modified xsi:type="dcterms:W3CDTF">2024-10-18T08:36:51Z</dcterms:modified>
</cp:coreProperties>
</file>